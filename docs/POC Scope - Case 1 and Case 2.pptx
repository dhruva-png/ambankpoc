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7.xml" ContentType="application/vnd.openxmlformats-officedocument.presentationml.tags+xml"/>
  <Override PartName="/ppt/tags/tag28.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29.xml" ContentType="application/vnd.openxmlformats-officedocument.presentationml.tags+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30.xml" ContentType="application/vnd.openxmlformats-officedocument.presentationml.tags+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ags/tag31.xml" ContentType="application/vnd.openxmlformats-officedocument.presentationml.tags+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tags/tag32.xml" ContentType="application/vnd.openxmlformats-officedocument.presentationml.tags+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tags/tag33.xml" ContentType="application/vnd.openxmlformats-officedocument.presentationml.tags+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7"/>
  </p:notesMasterIdLst>
  <p:handoutMasterIdLst>
    <p:handoutMasterId r:id="rId18"/>
  </p:handoutMasterIdLst>
  <p:sldIdLst>
    <p:sldId id="282" r:id="rId5"/>
    <p:sldId id="280" r:id="rId6"/>
    <p:sldId id="281" r:id="rId7"/>
    <p:sldId id="286" r:id="rId8"/>
    <p:sldId id="287" r:id="rId9"/>
    <p:sldId id="288" r:id="rId10"/>
    <p:sldId id="283" r:id="rId11"/>
    <p:sldId id="284" r:id="rId12"/>
    <p:sldId id="285" r:id="rId13"/>
    <p:sldId id="278" r:id="rId14"/>
    <p:sldId id="262" r:id="rId15"/>
    <p:sldId id="277" r:id="rId16"/>
  </p:sldIdLst>
  <p:sldSz cx="12192000" cy="6858000"/>
  <p:notesSz cx="6858000" cy="9144000"/>
  <p:custDataLst>
    <p:tags r:id="rId1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Front Page" id="{7998973D-4073-4137-9445-AF36310FF5C1}">
          <p14:sldIdLst>
            <p14:sldId id="282"/>
            <p14:sldId id="280"/>
            <p14:sldId id="281"/>
            <p14:sldId id="286"/>
            <p14:sldId id="287"/>
            <p14:sldId id="288"/>
            <p14:sldId id="283"/>
            <p14:sldId id="284"/>
            <p14:sldId id="285"/>
            <p14:sldId id="278"/>
            <p14:sldId id="262"/>
            <p14:sldId id="277"/>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4056" y="105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52D3629-179C-4D55-8F16-2AEBFECBBC2C}" type="doc">
      <dgm:prSet loTypeId="urn:microsoft.com/office/officeart/2005/8/layout/matrix1" loCatId="matrix" qsTypeId="urn:microsoft.com/office/officeart/2005/8/quickstyle/simple1" qsCatId="simple" csTypeId="urn:microsoft.com/office/officeart/2005/8/colors/colorful5" csCatId="colorful" phldr="1"/>
      <dgm:spPr/>
      <dgm:t>
        <a:bodyPr/>
        <a:lstStyle/>
        <a:p>
          <a:endParaRPr lang="en-MY"/>
        </a:p>
      </dgm:t>
    </dgm:pt>
    <dgm:pt modelId="{0D760BF5-5044-4D37-9186-C426C82128A0}">
      <dgm:prSet/>
      <dgm:spPr/>
      <dgm:t>
        <a:bodyPr/>
        <a:lstStyle/>
        <a:p>
          <a:r>
            <a:rPr lang="en-MY"/>
            <a:t>Potential Root Causes</a:t>
          </a:r>
        </a:p>
      </dgm:t>
    </dgm:pt>
    <dgm:pt modelId="{0C0B1231-66F4-4B8E-BA39-7FA0B26D9630}" type="parTrans" cxnId="{A39B9ABC-71C4-4117-BA13-9556AE28E2ED}">
      <dgm:prSet/>
      <dgm:spPr/>
      <dgm:t>
        <a:bodyPr/>
        <a:lstStyle/>
        <a:p>
          <a:endParaRPr lang="en-MY"/>
        </a:p>
      </dgm:t>
    </dgm:pt>
    <dgm:pt modelId="{0D44DE83-DAC3-4DFD-82CE-E7AEB2A08971}" type="sibTrans" cxnId="{A39B9ABC-71C4-4117-BA13-9556AE28E2ED}">
      <dgm:prSet/>
      <dgm:spPr/>
      <dgm:t>
        <a:bodyPr/>
        <a:lstStyle/>
        <a:p>
          <a:endParaRPr lang="en-MY"/>
        </a:p>
      </dgm:t>
    </dgm:pt>
    <dgm:pt modelId="{059CE8E2-B111-46EB-9617-A1ACBFDEA77B}">
      <dgm:prSet/>
      <dgm:spPr/>
      <dgm:t>
        <a:bodyPr/>
        <a:lstStyle/>
        <a:p>
          <a:r>
            <a:rPr lang="en-MY"/>
            <a:t>Manual data entry errors during LO preparation.</a:t>
          </a:r>
        </a:p>
      </dgm:t>
    </dgm:pt>
    <dgm:pt modelId="{31F5219F-985E-4129-BB10-2652C8DF6A8E}" type="parTrans" cxnId="{D37774AF-B715-4F07-ADF7-14AC591807F7}">
      <dgm:prSet/>
      <dgm:spPr/>
      <dgm:t>
        <a:bodyPr/>
        <a:lstStyle/>
        <a:p>
          <a:endParaRPr lang="en-MY"/>
        </a:p>
      </dgm:t>
    </dgm:pt>
    <dgm:pt modelId="{C95A65C1-56B2-43E8-9AED-92E2C5C2F893}" type="sibTrans" cxnId="{D37774AF-B715-4F07-ADF7-14AC591807F7}">
      <dgm:prSet/>
      <dgm:spPr/>
      <dgm:t>
        <a:bodyPr/>
        <a:lstStyle/>
        <a:p>
          <a:endParaRPr lang="en-MY"/>
        </a:p>
      </dgm:t>
    </dgm:pt>
    <dgm:pt modelId="{D4D24805-38ED-4859-BEC2-893713328883}">
      <dgm:prSet/>
      <dgm:spPr/>
      <dgm:t>
        <a:bodyPr/>
        <a:lstStyle/>
        <a:p>
          <a:r>
            <a:rPr lang="en-MY" dirty="0"/>
            <a:t>Insufficient review prior to issuance.</a:t>
          </a:r>
        </a:p>
      </dgm:t>
    </dgm:pt>
    <dgm:pt modelId="{D912F74B-2B02-4E5D-9DDC-3A3061A2035E}" type="parTrans" cxnId="{E8B33E9E-F1C8-4A2E-B03F-26BBEF0C85DD}">
      <dgm:prSet/>
      <dgm:spPr/>
      <dgm:t>
        <a:bodyPr/>
        <a:lstStyle/>
        <a:p>
          <a:endParaRPr lang="en-MY"/>
        </a:p>
      </dgm:t>
    </dgm:pt>
    <dgm:pt modelId="{B6CD93D0-7DC9-406B-B9DE-794DB18C7396}" type="sibTrans" cxnId="{E8B33E9E-F1C8-4A2E-B03F-26BBEF0C85DD}">
      <dgm:prSet/>
      <dgm:spPr/>
      <dgm:t>
        <a:bodyPr/>
        <a:lstStyle/>
        <a:p>
          <a:endParaRPr lang="en-MY"/>
        </a:p>
      </dgm:t>
    </dgm:pt>
    <dgm:pt modelId="{832A3F25-EB28-446D-86AE-CF0BDECCE0AE}">
      <dgm:prSet/>
      <dgm:spPr/>
      <dgm:t>
        <a:bodyPr/>
        <a:lstStyle/>
        <a:p>
          <a:r>
            <a:rPr lang="en-MY" dirty="0"/>
            <a:t>Inconsistent adherence to established procedures.</a:t>
          </a:r>
        </a:p>
      </dgm:t>
    </dgm:pt>
    <dgm:pt modelId="{4D416A25-CEAB-48D8-AB25-9C93E9AE6714}" type="parTrans" cxnId="{BDA9B651-83DA-4CBF-BF68-7C55627D2682}">
      <dgm:prSet/>
      <dgm:spPr/>
      <dgm:t>
        <a:bodyPr/>
        <a:lstStyle/>
        <a:p>
          <a:endParaRPr lang="en-MY"/>
        </a:p>
      </dgm:t>
    </dgm:pt>
    <dgm:pt modelId="{7A7A67AC-F13E-4F07-BDB7-691C20422A1A}" type="sibTrans" cxnId="{BDA9B651-83DA-4CBF-BF68-7C55627D2682}">
      <dgm:prSet/>
      <dgm:spPr/>
      <dgm:t>
        <a:bodyPr/>
        <a:lstStyle/>
        <a:p>
          <a:endParaRPr lang="en-MY"/>
        </a:p>
      </dgm:t>
    </dgm:pt>
    <dgm:pt modelId="{B8095294-B337-4B55-96EE-24FAE01F9237}">
      <dgm:prSet/>
      <dgm:spPr/>
      <dgm:t>
        <a:bodyPr/>
        <a:lstStyle/>
        <a:p>
          <a:r>
            <a:rPr lang="en-MY" dirty="0"/>
            <a:t>Incomplete Maker-Checker verification.</a:t>
          </a:r>
        </a:p>
      </dgm:t>
    </dgm:pt>
    <dgm:pt modelId="{B72E4984-BA15-473F-9F56-80A53D1BFDB2}" type="parTrans" cxnId="{FB5B0659-6BDF-4FDC-9332-5D6C7976B690}">
      <dgm:prSet/>
      <dgm:spPr/>
      <dgm:t>
        <a:bodyPr/>
        <a:lstStyle/>
        <a:p>
          <a:endParaRPr lang="en-MY"/>
        </a:p>
      </dgm:t>
    </dgm:pt>
    <dgm:pt modelId="{C04B680D-67E7-44E9-9B53-77EA107B15E3}" type="sibTrans" cxnId="{FB5B0659-6BDF-4FDC-9332-5D6C7976B690}">
      <dgm:prSet/>
      <dgm:spPr/>
      <dgm:t>
        <a:bodyPr/>
        <a:lstStyle/>
        <a:p>
          <a:endParaRPr lang="en-MY"/>
        </a:p>
      </dgm:t>
    </dgm:pt>
    <dgm:pt modelId="{B6B12C21-072B-44F0-9D9C-E00279E253EA}" type="pres">
      <dgm:prSet presAssocID="{752D3629-179C-4D55-8F16-2AEBFECBBC2C}" presName="diagram" presStyleCnt="0">
        <dgm:presLayoutVars>
          <dgm:chMax val="1"/>
          <dgm:dir/>
          <dgm:animLvl val="ctr"/>
          <dgm:resizeHandles val="exact"/>
        </dgm:presLayoutVars>
      </dgm:prSet>
      <dgm:spPr/>
    </dgm:pt>
    <dgm:pt modelId="{5A9BD0D9-7198-4620-A203-4A6F9FB4C53D}" type="pres">
      <dgm:prSet presAssocID="{752D3629-179C-4D55-8F16-2AEBFECBBC2C}" presName="matrix" presStyleCnt="0"/>
      <dgm:spPr/>
    </dgm:pt>
    <dgm:pt modelId="{772DE784-1F79-4A66-BB92-2034ABF7F9B9}" type="pres">
      <dgm:prSet presAssocID="{752D3629-179C-4D55-8F16-2AEBFECBBC2C}" presName="tile1" presStyleLbl="node1" presStyleIdx="0" presStyleCnt="4"/>
      <dgm:spPr/>
    </dgm:pt>
    <dgm:pt modelId="{3F17C94D-4C7C-4410-B332-5FC75162EAF5}" type="pres">
      <dgm:prSet presAssocID="{752D3629-179C-4D55-8F16-2AEBFECBBC2C}" presName="tile1text" presStyleLbl="node1" presStyleIdx="0" presStyleCnt="4">
        <dgm:presLayoutVars>
          <dgm:chMax val="0"/>
          <dgm:chPref val="0"/>
          <dgm:bulletEnabled val="1"/>
        </dgm:presLayoutVars>
      </dgm:prSet>
      <dgm:spPr/>
    </dgm:pt>
    <dgm:pt modelId="{121B5F43-422A-4FF8-8311-2062B56DBACE}" type="pres">
      <dgm:prSet presAssocID="{752D3629-179C-4D55-8F16-2AEBFECBBC2C}" presName="tile2" presStyleLbl="node1" presStyleIdx="1" presStyleCnt="4"/>
      <dgm:spPr/>
    </dgm:pt>
    <dgm:pt modelId="{14514048-175B-43D2-84F8-F01CCD41EBDD}" type="pres">
      <dgm:prSet presAssocID="{752D3629-179C-4D55-8F16-2AEBFECBBC2C}" presName="tile2text" presStyleLbl="node1" presStyleIdx="1" presStyleCnt="4">
        <dgm:presLayoutVars>
          <dgm:chMax val="0"/>
          <dgm:chPref val="0"/>
          <dgm:bulletEnabled val="1"/>
        </dgm:presLayoutVars>
      </dgm:prSet>
      <dgm:spPr/>
    </dgm:pt>
    <dgm:pt modelId="{9F9EC9F6-5556-469A-810E-EAA50EEA6FEF}" type="pres">
      <dgm:prSet presAssocID="{752D3629-179C-4D55-8F16-2AEBFECBBC2C}" presName="tile3" presStyleLbl="node1" presStyleIdx="2" presStyleCnt="4"/>
      <dgm:spPr/>
    </dgm:pt>
    <dgm:pt modelId="{A7397791-89DE-485D-A386-B4D4DA89E6D0}" type="pres">
      <dgm:prSet presAssocID="{752D3629-179C-4D55-8F16-2AEBFECBBC2C}" presName="tile3text" presStyleLbl="node1" presStyleIdx="2" presStyleCnt="4">
        <dgm:presLayoutVars>
          <dgm:chMax val="0"/>
          <dgm:chPref val="0"/>
          <dgm:bulletEnabled val="1"/>
        </dgm:presLayoutVars>
      </dgm:prSet>
      <dgm:spPr/>
    </dgm:pt>
    <dgm:pt modelId="{F77E2605-3700-45B3-A537-D1DE3A46B6ED}" type="pres">
      <dgm:prSet presAssocID="{752D3629-179C-4D55-8F16-2AEBFECBBC2C}" presName="tile4" presStyleLbl="node1" presStyleIdx="3" presStyleCnt="4"/>
      <dgm:spPr/>
    </dgm:pt>
    <dgm:pt modelId="{31741CF9-E248-4F95-B8BD-4BC3A66B149E}" type="pres">
      <dgm:prSet presAssocID="{752D3629-179C-4D55-8F16-2AEBFECBBC2C}" presName="tile4text" presStyleLbl="node1" presStyleIdx="3" presStyleCnt="4">
        <dgm:presLayoutVars>
          <dgm:chMax val="0"/>
          <dgm:chPref val="0"/>
          <dgm:bulletEnabled val="1"/>
        </dgm:presLayoutVars>
      </dgm:prSet>
      <dgm:spPr/>
    </dgm:pt>
    <dgm:pt modelId="{24CEFB32-19B9-4E18-A2CA-7B459890F3F7}" type="pres">
      <dgm:prSet presAssocID="{752D3629-179C-4D55-8F16-2AEBFECBBC2C}" presName="centerTile" presStyleLbl="fgShp" presStyleIdx="0" presStyleCnt="1">
        <dgm:presLayoutVars>
          <dgm:chMax val="0"/>
          <dgm:chPref val="0"/>
        </dgm:presLayoutVars>
      </dgm:prSet>
      <dgm:spPr/>
    </dgm:pt>
  </dgm:ptLst>
  <dgm:cxnLst>
    <dgm:cxn modelId="{25CE8124-85D1-4B84-AF05-E07C05B27C58}" type="presOf" srcId="{832A3F25-EB28-446D-86AE-CF0BDECCE0AE}" destId="{A7397791-89DE-485D-A386-B4D4DA89E6D0}" srcOrd="1" destOrd="0" presId="urn:microsoft.com/office/officeart/2005/8/layout/matrix1"/>
    <dgm:cxn modelId="{F7A9062A-617E-4BD2-AD63-1BEA50E5529E}" type="presOf" srcId="{B8095294-B337-4B55-96EE-24FAE01F9237}" destId="{F77E2605-3700-45B3-A537-D1DE3A46B6ED}" srcOrd="0" destOrd="0" presId="urn:microsoft.com/office/officeart/2005/8/layout/matrix1"/>
    <dgm:cxn modelId="{B8456041-92CA-4545-ABD7-D273FE2E0DE2}" type="presOf" srcId="{0D760BF5-5044-4D37-9186-C426C82128A0}" destId="{24CEFB32-19B9-4E18-A2CA-7B459890F3F7}" srcOrd="0" destOrd="0" presId="urn:microsoft.com/office/officeart/2005/8/layout/matrix1"/>
    <dgm:cxn modelId="{1D9FDE48-4F9B-4DB4-A28E-152C9AE9FE39}" type="presOf" srcId="{059CE8E2-B111-46EB-9617-A1ACBFDEA77B}" destId="{772DE784-1F79-4A66-BB92-2034ABF7F9B9}" srcOrd="0" destOrd="0" presId="urn:microsoft.com/office/officeart/2005/8/layout/matrix1"/>
    <dgm:cxn modelId="{BDA9B651-83DA-4CBF-BF68-7C55627D2682}" srcId="{0D760BF5-5044-4D37-9186-C426C82128A0}" destId="{832A3F25-EB28-446D-86AE-CF0BDECCE0AE}" srcOrd="2" destOrd="0" parTransId="{4D416A25-CEAB-48D8-AB25-9C93E9AE6714}" sibTransId="{7A7A67AC-F13E-4F07-BDB7-691C20422A1A}"/>
    <dgm:cxn modelId="{EC7EDC53-AD83-4F60-9083-789191DAC462}" type="presOf" srcId="{752D3629-179C-4D55-8F16-2AEBFECBBC2C}" destId="{B6B12C21-072B-44F0-9D9C-E00279E253EA}" srcOrd="0" destOrd="0" presId="urn:microsoft.com/office/officeart/2005/8/layout/matrix1"/>
    <dgm:cxn modelId="{FB5B0659-6BDF-4FDC-9332-5D6C7976B690}" srcId="{0D760BF5-5044-4D37-9186-C426C82128A0}" destId="{B8095294-B337-4B55-96EE-24FAE01F9237}" srcOrd="3" destOrd="0" parTransId="{B72E4984-BA15-473F-9F56-80A53D1BFDB2}" sibTransId="{C04B680D-67E7-44E9-9B53-77EA107B15E3}"/>
    <dgm:cxn modelId="{74AEB47E-0B3B-4BCF-A27B-ADD5D32E30B7}" type="presOf" srcId="{D4D24805-38ED-4859-BEC2-893713328883}" destId="{121B5F43-422A-4FF8-8311-2062B56DBACE}" srcOrd="0" destOrd="0" presId="urn:microsoft.com/office/officeart/2005/8/layout/matrix1"/>
    <dgm:cxn modelId="{E8B33E9E-F1C8-4A2E-B03F-26BBEF0C85DD}" srcId="{0D760BF5-5044-4D37-9186-C426C82128A0}" destId="{D4D24805-38ED-4859-BEC2-893713328883}" srcOrd="1" destOrd="0" parTransId="{D912F74B-2B02-4E5D-9DDC-3A3061A2035E}" sibTransId="{B6CD93D0-7DC9-406B-B9DE-794DB18C7396}"/>
    <dgm:cxn modelId="{D37774AF-B715-4F07-ADF7-14AC591807F7}" srcId="{0D760BF5-5044-4D37-9186-C426C82128A0}" destId="{059CE8E2-B111-46EB-9617-A1ACBFDEA77B}" srcOrd="0" destOrd="0" parTransId="{31F5219F-985E-4129-BB10-2652C8DF6A8E}" sibTransId="{C95A65C1-56B2-43E8-9AED-92E2C5C2F893}"/>
    <dgm:cxn modelId="{6DE2C7B4-1F97-49DD-B145-9C5A9A232C20}" type="presOf" srcId="{D4D24805-38ED-4859-BEC2-893713328883}" destId="{14514048-175B-43D2-84F8-F01CCD41EBDD}" srcOrd="1" destOrd="0" presId="urn:microsoft.com/office/officeart/2005/8/layout/matrix1"/>
    <dgm:cxn modelId="{A39B9ABC-71C4-4117-BA13-9556AE28E2ED}" srcId="{752D3629-179C-4D55-8F16-2AEBFECBBC2C}" destId="{0D760BF5-5044-4D37-9186-C426C82128A0}" srcOrd="0" destOrd="0" parTransId="{0C0B1231-66F4-4B8E-BA39-7FA0B26D9630}" sibTransId="{0D44DE83-DAC3-4DFD-82CE-E7AEB2A08971}"/>
    <dgm:cxn modelId="{EE3CE6CC-5DAB-4356-8F9A-DE9C02769612}" type="presOf" srcId="{832A3F25-EB28-446D-86AE-CF0BDECCE0AE}" destId="{9F9EC9F6-5556-469A-810E-EAA50EEA6FEF}" srcOrd="0" destOrd="0" presId="urn:microsoft.com/office/officeart/2005/8/layout/matrix1"/>
    <dgm:cxn modelId="{F5A89BD8-2918-4815-9A27-F4959FE9644C}" type="presOf" srcId="{059CE8E2-B111-46EB-9617-A1ACBFDEA77B}" destId="{3F17C94D-4C7C-4410-B332-5FC75162EAF5}" srcOrd="1" destOrd="0" presId="urn:microsoft.com/office/officeart/2005/8/layout/matrix1"/>
    <dgm:cxn modelId="{51A87CD9-2132-4BBD-A84B-F915F2631F62}" type="presOf" srcId="{B8095294-B337-4B55-96EE-24FAE01F9237}" destId="{31741CF9-E248-4F95-B8BD-4BC3A66B149E}" srcOrd="1" destOrd="0" presId="urn:microsoft.com/office/officeart/2005/8/layout/matrix1"/>
    <dgm:cxn modelId="{FA601B13-C37F-4A1E-AF58-8275B535E6E3}" type="presParOf" srcId="{B6B12C21-072B-44F0-9D9C-E00279E253EA}" destId="{5A9BD0D9-7198-4620-A203-4A6F9FB4C53D}" srcOrd="0" destOrd="0" presId="urn:microsoft.com/office/officeart/2005/8/layout/matrix1"/>
    <dgm:cxn modelId="{844BF8AF-5315-4EF2-B311-B24335B14BE5}" type="presParOf" srcId="{5A9BD0D9-7198-4620-A203-4A6F9FB4C53D}" destId="{772DE784-1F79-4A66-BB92-2034ABF7F9B9}" srcOrd="0" destOrd="0" presId="urn:microsoft.com/office/officeart/2005/8/layout/matrix1"/>
    <dgm:cxn modelId="{BF6E64EC-6AED-44B5-B6DD-7CA399E35458}" type="presParOf" srcId="{5A9BD0D9-7198-4620-A203-4A6F9FB4C53D}" destId="{3F17C94D-4C7C-4410-B332-5FC75162EAF5}" srcOrd="1" destOrd="0" presId="urn:microsoft.com/office/officeart/2005/8/layout/matrix1"/>
    <dgm:cxn modelId="{D42BDF86-2786-4485-A5B5-F156CE9AF02C}" type="presParOf" srcId="{5A9BD0D9-7198-4620-A203-4A6F9FB4C53D}" destId="{121B5F43-422A-4FF8-8311-2062B56DBACE}" srcOrd="2" destOrd="0" presId="urn:microsoft.com/office/officeart/2005/8/layout/matrix1"/>
    <dgm:cxn modelId="{C8CD7150-16DE-4ED6-A95E-5376353F9D9F}" type="presParOf" srcId="{5A9BD0D9-7198-4620-A203-4A6F9FB4C53D}" destId="{14514048-175B-43D2-84F8-F01CCD41EBDD}" srcOrd="3" destOrd="0" presId="urn:microsoft.com/office/officeart/2005/8/layout/matrix1"/>
    <dgm:cxn modelId="{DE508B3D-4645-4901-8F3F-C603BC0E2307}" type="presParOf" srcId="{5A9BD0D9-7198-4620-A203-4A6F9FB4C53D}" destId="{9F9EC9F6-5556-469A-810E-EAA50EEA6FEF}" srcOrd="4" destOrd="0" presId="urn:microsoft.com/office/officeart/2005/8/layout/matrix1"/>
    <dgm:cxn modelId="{DB3D4343-0F0D-484B-A21E-825263062BE0}" type="presParOf" srcId="{5A9BD0D9-7198-4620-A203-4A6F9FB4C53D}" destId="{A7397791-89DE-485D-A386-B4D4DA89E6D0}" srcOrd="5" destOrd="0" presId="urn:microsoft.com/office/officeart/2005/8/layout/matrix1"/>
    <dgm:cxn modelId="{9A08005A-729A-4081-9545-36450C6F2EF0}" type="presParOf" srcId="{5A9BD0D9-7198-4620-A203-4A6F9FB4C53D}" destId="{F77E2605-3700-45B3-A537-D1DE3A46B6ED}" srcOrd="6" destOrd="0" presId="urn:microsoft.com/office/officeart/2005/8/layout/matrix1"/>
    <dgm:cxn modelId="{C7E66271-5E00-4936-B06D-C3592249E773}" type="presParOf" srcId="{5A9BD0D9-7198-4620-A203-4A6F9FB4C53D}" destId="{31741CF9-E248-4F95-B8BD-4BC3A66B149E}" srcOrd="7" destOrd="0" presId="urn:microsoft.com/office/officeart/2005/8/layout/matrix1"/>
    <dgm:cxn modelId="{51E90BCC-7119-4AEC-B946-3462EF8FF2D7}" type="presParOf" srcId="{B6B12C21-072B-44F0-9D9C-E00279E253EA}" destId="{24CEFB32-19B9-4E18-A2CA-7B459890F3F7}" srcOrd="1" destOrd="0" presId="urn:microsoft.com/office/officeart/2005/8/layout/matrix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AC3C1A1-904D-4526-A600-1F0314A0BE27}" type="doc">
      <dgm:prSet loTypeId="urn:microsoft.com/office/officeart/2009/3/layout/CircleRelationship" loCatId="relationship" qsTypeId="urn:microsoft.com/office/officeart/2005/8/quickstyle/simple5" qsCatId="simple" csTypeId="urn:microsoft.com/office/officeart/2005/8/colors/colorful1" csCatId="colorful"/>
      <dgm:spPr/>
      <dgm:t>
        <a:bodyPr/>
        <a:lstStyle/>
        <a:p>
          <a:endParaRPr lang="en-MY"/>
        </a:p>
      </dgm:t>
    </dgm:pt>
    <dgm:pt modelId="{A9395A3D-55C6-4EAA-92C2-C2AC7C8926EA}">
      <dgm:prSet/>
      <dgm:spPr/>
      <dgm:t>
        <a:bodyPr/>
        <a:lstStyle/>
        <a:p>
          <a:r>
            <a:rPr lang="en-MY" dirty="0"/>
            <a:t>Demonstrate the feasibility of using AI to strengthen LO review controls and support KCT testing activities.</a:t>
          </a:r>
        </a:p>
      </dgm:t>
    </dgm:pt>
    <dgm:pt modelId="{E815B3CD-4C60-4D77-A5BB-1CDE16C1F24F}" type="parTrans" cxnId="{B6DF08F1-70B6-435D-B6D6-220F715961F3}">
      <dgm:prSet/>
      <dgm:spPr/>
      <dgm:t>
        <a:bodyPr/>
        <a:lstStyle/>
        <a:p>
          <a:endParaRPr lang="en-MY"/>
        </a:p>
      </dgm:t>
    </dgm:pt>
    <dgm:pt modelId="{23F155D0-87FB-4820-9863-0A7E0D1E789D}" type="sibTrans" cxnId="{B6DF08F1-70B6-435D-B6D6-220F715961F3}">
      <dgm:prSet/>
      <dgm:spPr/>
      <dgm:t>
        <a:bodyPr/>
        <a:lstStyle/>
        <a:p>
          <a:endParaRPr lang="en-MY"/>
        </a:p>
      </dgm:t>
    </dgm:pt>
    <dgm:pt modelId="{10A33664-F13A-4CDB-BA4D-A919907A3E4C}" type="pres">
      <dgm:prSet presAssocID="{EAC3C1A1-904D-4526-A600-1F0314A0BE27}" presName="Name0" presStyleCnt="0">
        <dgm:presLayoutVars>
          <dgm:chMax val="1"/>
          <dgm:chPref val="1"/>
        </dgm:presLayoutVars>
      </dgm:prSet>
      <dgm:spPr/>
    </dgm:pt>
    <dgm:pt modelId="{C9A35CE0-F453-483E-A37A-180F178DDE74}" type="pres">
      <dgm:prSet presAssocID="{A9395A3D-55C6-4EAA-92C2-C2AC7C8926EA}" presName="Parent" presStyleLbl="node0" presStyleIdx="0" presStyleCnt="1">
        <dgm:presLayoutVars>
          <dgm:chMax val="5"/>
          <dgm:chPref val="5"/>
        </dgm:presLayoutVars>
      </dgm:prSet>
      <dgm:spPr/>
    </dgm:pt>
    <dgm:pt modelId="{05083B11-6A52-4F2A-8052-095672B4F45F}" type="pres">
      <dgm:prSet presAssocID="{A9395A3D-55C6-4EAA-92C2-C2AC7C8926EA}" presName="Accent1" presStyleLbl="node1" presStyleIdx="0" presStyleCnt="6"/>
      <dgm:spPr/>
    </dgm:pt>
    <dgm:pt modelId="{141F8071-33DF-4EEF-9781-DA5D5161D6FE}" type="pres">
      <dgm:prSet presAssocID="{A9395A3D-55C6-4EAA-92C2-C2AC7C8926EA}" presName="Accent2" presStyleLbl="node1" presStyleIdx="1" presStyleCnt="6"/>
      <dgm:spPr/>
    </dgm:pt>
    <dgm:pt modelId="{C3C5D5DF-DD4C-4D20-AE6C-81C409A66C3F}" type="pres">
      <dgm:prSet presAssocID="{A9395A3D-55C6-4EAA-92C2-C2AC7C8926EA}" presName="Accent3" presStyleLbl="node1" presStyleIdx="2" presStyleCnt="6"/>
      <dgm:spPr/>
    </dgm:pt>
    <dgm:pt modelId="{C180D401-FF7D-456A-A568-B0EC50B5DC83}" type="pres">
      <dgm:prSet presAssocID="{A9395A3D-55C6-4EAA-92C2-C2AC7C8926EA}" presName="Accent4" presStyleLbl="node1" presStyleIdx="3" presStyleCnt="6"/>
      <dgm:spPr/>
    </dgm:pt>
    <dgm:pt modelId="{43DA0F5A-026C-4176-A307-24E697AFCB4F}" type="pres">
      <dgm:prSet presAssocID="{A9395A3D-55C6-4EAA-92C2-C2AC7C8926EA}" presName="Accent5" presStyleLbl="node1" presStyleIdx="4" presStyleCnt="6"/>
      <dgm:spPr/>
    </dgm:pt>
    <dgm:pt modelId="{87462492-9D8D-4D2E-A3AE-FF78A8F479A0}" type="pres">
      <dgm:prSet presAssocID="{A9395A3D-55C6-4EAA-92C2-C2AC7C8926EA}" presName="Accent6" presStyleLbl="node1" presStyleIdx="5" presStyleCnt="6"/>
      <dgm:spPr/>
    </dgm:pt>
  </dgm:ptLst>
  <dgm:cxnLst>
    <dgm:cxn modelId="{9957B20D-7F08-4188-BDF9-ADCE6C804368}" type="presOf" srcId="{A9395A3D-55C6-4EAA-92C2-C2AC7C8926EA}" destId="{C9A35CE0-F453-483E-A37A-180F178DDE74}" srcOrd="0" destOrd="0" presId="urn:microsoft.com/office/officeart/2009/3/layout/CircleRelationship"/>
    <dgm:cxn modelId="{BCD2B21C-8419-4396-A846-476E1D2CF2AF}" type="presOf" srcId="{EAC3C1A1-904D-4526-A600-1F0314A0BE27}" destId="{10A33664-F13A-4CDB-BA4D-A919907A3E4C}" srcOrd="0" destOrd="0" presId="urn:microsoft.com/office/officeart/2009/3/layout/CircleRelationship"/>
    <dgm:cxn modelId="{B6DF08F1-70B6-435D-B6D6-220F715961F3}" srcId="{EAC3C1A1-904D-4526-A600-1F0314A0BE27}" destId="{A9395A3D-55C6-4EAA-92C2-C2AC7C8926EA}" srcOrd="0" destOrd="0" parTransId="{E815B3CD-4C60-4D77-A5BB-1CDE16C1F24F}" sibTransId="{23F155D0-87FB-4820-9863-0A7E0D1E789D}"/>
    <dgm:cxn modelId="{2233BAA5-672E-45EC-B2ED-A6B5C5C69EAE}" type="presParOf" srcId="{10A33664-F13A-4CDB-BA4D-A919907A3E4C}" destId="{C9A35CE0-F453-483E-A37A-180F178DDE74}" srcOrd="0" destOrd="0" presId="urn:microsoft.com/office/officeart/2009/3/layout/CircleRelationship"/>
    <dgm:cxn modelId="{56C9EA55-44BC-44CE-B91D-D58492BC845F}" type="presParOf" srcId="{10A33664-F13A-4CDB-BA4D-A919907A3E4C}" destId="{05083B11-6A52-4F2A-8052-095672B4F45F}" srcOrd="1" destOrd="0" presId="urn:microsoft.com/office/officeart/2009/3/layout/CircleRelationship"/>
    <dgm:cxn modelId="{ED0C7299-A9FB-4ACA-8D3D-76F7BC943841}" type="presParOf" srcId="{10A33664-F13A-4CDB-BA4D-A919907A3E4C}" destId="{141F8071-33DF-4EEF-9781-DA5D5161D6FE}" srcOrd="2" destOrd="0" presId="urn:microsoft.com/office/officeart/2009/3/layout/CircleRelationship"/>
    <dgm:cxn modelId="{5DE3AF1F-D1D7-497D-96FA-C276EE4183B6}" type="presParOf" srcId="{10A33664-F13A-4CDB-BA4D-A919907A3E4C}" destId="{C3C5D5DF-DD4C-4D20-AE6C-81C409A66C3F}" srcOrd="3" destOrd="0" presId="urn:microsoft.com/office/officeart/2009/3/layout/CircleRelationship"/>
    <dgm:cxn modelId="{92823AD7-020C-4B26-AC0E-06A33A723B5A}" type="presParOf" srcId="{10A33664-F13A-4CDB-BA4D-A919907A3E4C}" destId="{C180D401-FF7D-456A-A568-B0EC50B5DC83}" srcOrd="4" destOrd="0" presId="urn:microsoft.com/office/officeart/2009/3/layout/CircleRelationship"/>
    <dgm:cxn modelId="{54A8D0F0-7D7B-4939-88F7-5ECBDAE0C3A2}" type="presParOf" srcId="{10A33664-F13A-4CDB-BA4D-A919907A3E4C}" destId="{43DA0F5A-026C-4176-A307-24E697AFCB4F}" srcOrd="5" destOrd="0" presId="urn:microsoft.com/office/officeart/2009/3/layout/CircleRelationship"/>
    <dgm:cxn modelId="{405E1B30-E02F-4F7B-80DE-86A3148C1BDA}" type="presParOf" srcId="{10A33664-F13A-4CDB-BA4D-A919907A3E4C}" destId="{87462492-9D8D-4D2E-A3AE-FF78A8F479A0}" srcOrd="6" destOrd="0" presId="urn:microsoft.com/office/officeart/2009/3/layout/CircleRelationship"/>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542F22B-88B1-4081-BFAD-5E788E6967B5}" type="doc">
      <dgm:prSet loTypeId="urn:microsoft.com/office/officeart/2005/8/layout/venn1" loCatId="relationship" qsTypeId="urn:microsoft.com/office/officeart/2005/8/quickstyle/simple1" qsCatId="simple" csTypeId="urn:microsoft.com/office/officeart/2005/8/colors/colorful2" csCatId="colorful" phldr="1"/>
      <dgm:spPr/>
      <dgm:t>
        <a:bodyPr/>
        <a:lstStyle/>
        <a:p>
          <a:endParaRPr lang="en-MY"/>
        </a:p>
      </dgm:t>
    </dgm:pt>
    <dgm:pt modelId="{0DECA943-C556-413F-868B-A692E74E1D14}">
      <dgm:prSet/>
      <dgm:spPr/>
      <dgm:t>
        <a:bodyPr/>
        <a:lstStyle/>
        <a:p>
          <a:r>
            <a:rPr lang="en-MY" b="1" dirty="0"/>
            <a:t>KCT-00001</a:t>
          </a:r>
          <a:r>
            <a:rPr lang="en-MY" dirty="0"/>
            <a:t>	</a:t>
          </a:r>
        </a:p>
        <a:p>
          <a:r>
            <a:rPr lang="en-MY" dirty="0"/>
            <a:t>Data Accuracy - Incorrect Facility Amount</a:t>
          </a:r>
        </a:p>
      </dgm:t>
    </dgm:pt>
    <dgm:pt modelId="{22D32037-1AA7-415A-9F4F-50A5C3906840}" type="parTrans" cxnId="{441B1AFA-57F4-406B-8244-359EF86895AD}">
      <dgm:prSet/>
      <dgm:spPr/>
      <dgm:t>
        <a:bodyPr/>
        <a:lstStyle/>
        <a:p>
          <a:endParaRPr lang="en-MY"/>
        </a:p>
      </dgm:t>
    </dgm:pt>
    <dgm:pt modelId="{EFC710CF-BB10-4BD6-B1B4-3C1424D8D8DA}" type="sibTrans" cxnId="{441B1AFA-57F4-406B-8244-359EF86895AD}">
      <dgm:prSet/>
      <dgm:spPr/>
      <dgm:t>
        <a:bodyPr/>
        <a:lstStyle/>
        <a:p>
          <a:endParaRPr lang="en-MY"/>
        </a:p>
      </dgm:t>
    </dgm:pt>
    <dgm:pt modelId="{A9CC3529-A9A9-4430-89A1-0D272F0D5C38}">
      <dgm:prSet/>
      <dgm:spPr/>
      <dgm:t>
        <a:bodyPr/>
        <a:lstStyle/>
        <a:p>
          <a:r>
            <a:rPr lang="en-MY" b="1" dirty="0"/>
            <a:t>KCT-00002</a:t>
          </a:r>
          <a:r>
            <a:rPr lang="en-MY" dirty="0"/>
            <a:t>	</a:t>
          </a:r>
        </a:p>
        <a:p>
          <a:r>
            <a:rPr lang="en-MY" dirty="0"/>
            <a:t>Data Accuracy - Incorrect Facility Purpose</a:t>
          </a:r>
        </a:p>
      </dgm:t>
    </dgm:pt>
    <dgm:pt modelId="{64BBF16C-4985-4127-BF99-4CDBEE0FC6F1}" type="parTrans" cxnId="{76BD1EEB-9981-475B-897A-7AC94ED8F567}">
      <dgm:prSet/>
      <dgm:spPr/>
      <dgm:t>
        <a:bodyPr/>
        <a:lstStyle/>
        <a:p>
          <a:endParaRPr lang="en-MY"/>
        </a:p>
      </dgm:t>
    </dgm:pt>
    <dgm:pt modelId="{90090FC5-39DA-4657-986B-4C76226078E8}" type="sibTrans" cxnId="{76BD1EEB-9981-475B-897A-7AC94ED8F567}">
      <dgm:prSet/>
      <dgm:spPr/>
      <dgm:t>
        <a:bodyPr/>
        <a:lstStyle/>
        <a:p>
          <a:endParaRPr lang="en-MY"/>
        </a:p>
      </dgm:t>
    </dgm:pt>
    <dgm:pt modelId="{CF3E52CD-97F1-4997-9855-B87607E1AC27}">
      <dgm:prSet/>
      <dgm:spPr/>
      <dgm:t>
        <a:bodyPr/>
        <a:lstStyle/>
        <a:p>
          <a:r>
            <a:rPr lang="en-MY" b="1" dirty="0"/>
            <a:t>KCT-00003</a:t>
          </a:r>
          <a:r>
            <a:rPr lang="en-MY" dirty="0"/>
            <a:t>	</a:t>
          </a:r>
        </a:p>
        <a:p>
          <a:r>
            <a:rPr lang="en-MY" dirty="0"/>
            <a:t>Data Accuracy - Incorrect Pricing/Profit Rate</a:t>
          </a:r>
        </a:p>
      </dgm:t>
    </dgm:pt>
    <dgm:pt modelId="{16C0C6DB-5543-4F0F-B0B4-A2DE076A8A1F}" type="parTrans" cxnId="{1B1DFD53-B249-4F70-9A02-2E6776CE863F}">
      <dgm:prSet/>
      <dgm:spPr/>
      <dgm:t>
        <a:bodyPr/>
        <a:lstStyle/>
        <a:p>
          <a:endParaRPr lang="en-MY"/>
        </a:p>
      </dgm:t>
    </dgm:pt>
    <dgm:pt modelId="{21B49935-B60B-4225-BEF0-B6A51499BA53}" type="sibTrans" cxnId="{1B1DFD53-B249-4F70-9A02-2E6776CE863F}">
      <dgm:prSet/>
      <dgm:spPr/>
      <dgm:t>
        <a:bodyPr/>
        <a:lstStyle/>
        <a:p>
          <a:endParaRPr lang="en-MY"/>
        </a:p>
      </dgm:t>
    </dgm:pt>
    <dgm:pt modelId="{DB612535-AB19-4AC5-AA39-4B4AEA01220C}">
      <dgm:prSet/>
      <dgm:spPr/>
      <dgm:t>
        <a:bodyPr/>
        <a:lstStyle/>
        <a:p>
          <a:r>
            <a:rPr lang="en-MY" b="1" dirty="0"/>
            <a:t>KCT-00004</a:t>
          </a:r>
          <a:r>
            <a:rPr lang="en-MY" dirty="0"/>
            <a:t>	</a:t>
          </a:r>
        </a:p>
        <a:p>
          <a:r>
            <a:rPr lang="en-MY" dirty="0"/>
            <a:t>Data Accuracy - Incorrect Facility Tenure</a:t>
          </a:r>
        </a:p>
      </dgm:t>
    </dgm:pt>
    <dgm:pt modelId="{641D02DE-B6EE-49D6-90F4-C4D7752113C2}" type="parTrans" cxnId="{4B990E81-D0D0-4470-BF4D-AFAD699076E3}">
      <dgm:prSet/>
      <dgm:spPr/>
      <dgm:t>
        <a:bodyPr/>
        <a:lstStyle/>
        <a:p>
          <a:endParaRPr lang="en-MY"/>
        </a:p>
      </dgm:t>
    </dgm:pt>
    <dgm:pt modelId="{740742F7-1EC3-41A4-A13D-341552912090}" type="sibTrans" cxnId="{4B990E81-D0D0-4470-BF4D-AFAD699076E3}">
      <dgm:prSet/>
      <dgm:spPr/>
      <dgm:t>
        <a:bodyPr/>
        <a:lstStyle/>
        <a:p>
          <a:endParaRPr lang="en-MY"/>
        </a:p>
      </dgm:t>
    </dgm:pt>
    <dgm:pt modelId="{D99BA51E-654E-419A-BF73-5EBB1C294F2A}">
      <dgm:prSet/>
      <dgm:spPr/>
      <dgm:t>
        <a:bodyPr/>
        <a:lstStyle/>
        <a:p>
          <a:r>
            <a:rPr lang="en-MY" b="1" dirty="0"/>
            <a:t>KCT-00005</a:t>
          </a:r>
          <a:r>
            <a:rPr lang="en-MY" dirty="0"/>
            <a:t>	</a:t>
          </a:r>
        </a:p>
        <a:p>
          <a:r>
            <a:rPr lang="en-MY" dirty="0"/>
            <a:t>Completeness - Missing Special Conditions</a:t>
          </a:r>
        </a:p>
      </dgm:t>
    </dgm:pt>
    <dgm:pt modelId="{9CBD9119-BC66-48FB-ADA7-5AE1600B4527}" type="parTrans" cxnId="{12AF3E9E-1F60-4A8D-AD8C-8473B4390222}">
      <dgm:prSet/>
      <dgm:spPr/>
      <dgm:t>
        <a:bodyPr/>
        <a:lstStyle/>
        <a:p>
          <a:endParaRPr lang="en-MY"/>
        </a:p>
      </dgm:t>
    </dgm:pt>
    <dgm:pt modelId="{97C2E8CE-4A5C-40DC-8F6E-7AF68379AEE0}" type="sibTrans" cxnId="{12AF3E9E-1F60-4A8D-AD8C-8473B4390222}">
      <dgm:prSet/>
      <dgm:spPr/>
      <dgm:t>
        <a:bodyPr/>
        <a:lstStyle/>
        <a:p>
          <a:endParaRPr lang="en-MY"/>
        </a:p>
      </dgm:t>
    </dgm:pt>
    <dgm:pt modelId="{069D39C8-73C0-44CC-B297-14CBC020BB8B}">
      <dgm:prSet/>
      <dgm:spPr/>
      <dgm:t>
        <a:bodyPr/>
        <a:lstStyle/>
        <a:p>
          <a:r>
            <a:rPr lang="en-MY" b="1" dirty="0"/>
            <a:t>KCT-00006</a:t>
          </a:r>
          <a:r>
            <a:rPr lang="en-MY" dirty="0"/>
            <a:t>	</a:t>
          </a:r>
        </a:p>
        <a:p>
          <a:r>
            <a:rPr lang="en-MY" dirty="0"/>
            <a:t>Approval Control - LO Issued Prior to Approval</a:t>
          </a:r>
        </a:p>
      </dgm:t>
    </dgm:pt>
    <dgm:pt modelId="{25BD05CB-673B-42BF-A6E2-E9EA99337802}" type="parTrans" cxnId="{DDBE2417-0BFA-4097-9F33-79A1CAD72429}">
      <dgm:prSet/>
      <dgm:spPr/>
      <dgm:t>
        <a:bodyPr/>
        <a:lstStyle/>
        <a:p>
          <a:endParaRPr lang="en-MY"/>
        </a:p>
      </dgm:t>
    </dgm:pt>
    <dgm:pt modelId="{6BE12801-76EA-4443-AB66-74249000BBF8}" type="sibTrans" cxnId="{DDBE2417-0BFA-4097-9F33-79A1CAD72429}">
      <dgm:prSet/>
      <dgm:spPr/>
      <dgm:t>
        <a:bodyPr/>
        <a:lstStyle/>
        <a:p>
          <a:endParaRPr lang="en-MY"/>
        </a:p>
      </dgm:t>
    </dgm:pt>
    <dgm:pt modelId="{02AB6B1A-FFC2-4F8F-AF5B-71951F5EC26F}">
      <dgm:prSet/>
      <dgm:spPr/>
      <dgm:t>
        <a:bodyPr/>
        <a:lstStyle/>
        <a:p>
          <a:r>
            <a:rPr lang="en-MY" b="1" dirty="0"/>
            <a:t>KCT-00007</a:t>
          </a:r>
          <a:r>
            <a:rPr lang="en-MY" dirty="0"/>
            <a:t>	</a:t>
          </a:r>
        </a:p>
        <a:p>
          <a:r>
            <a:rPr lang="en-MY" dirty="0"/>
            <a:t>Maker-Checker Control - No Evidence of Dual Control Approval</a:t>
          </a:r>
        </a:p>
      </dgm:t>
    </dgm:pt>
    <dgm:pt modelId="{10E4EF98-8256-4BB5-972E-5071F6B6AF9D}" type="parTrans" cxnId="{D010A872-68FE-453A-9D08-61487A3EBE67}">
      <dgm:prSet/>
      <dgm:spPr/>
      <dgm:t>
        <a:bodyPr/>
        <a:lstStyle/>
        <a:p>
          <a:endParaRPr lang="en-MY"/>
        </a:p>
      </dgm:t>
    </dgm:pt>
    <dgm:pt modelId="{8342E3FC-ACF8-44FF-A02A-112A040A2EBE}" type="sibTrans" cxnId="{D010A872-68FE-453A-9D08-61487A3EBE67}">
      <dgm:prSet/>
      <dgm:spPr/>
      <dgm:t>
        <a:bodyPr/>
        <a:lstStyle/>
        <a:p>
          <a:endParaRPr lang="en-MY"/>
        </a:p>
      </dgm:t>
    </dgm:pt>
    <dgm:pt modelId="{4444D58E-8C46-4730-90C3-F3DC27CF03DC}">
      <dgm:prSet/>
      <dgm:spPr/>
    </dgm:pt>
    <dgm:pt modelId="{0676D7A1-4967-468D-A2D9-3A9100750832}" type="parTrans" cxnId="{8C89B047-68C0-4AB0-991A-906BBE298CF5}">
      <dgm:prSet/>
      <dgm:spPr/>
      <dgm:t>
        <a:bodyPr/>
        <a:lstStyle/>
        <a:p>
          <a:endParaRPr lang="en-MY"/>
        </a:p>
      </dgm:t>
    </dgm:pt>
    <dgm:pt modelId="{2A098AF8-4661-45F2-8812-8572B5253DF8}" type="sibTrans" cxnId="{8C89B047-68C0-4AB0-991A-906BBE298CF5}">
      <dgm:prSet/>
      <dgm:spPr/>
      <dgm:t>
        <a:bodyPr/>
        <a:lstStyle/>
        <a:p>
          <a:endParaRPr lang="en-MY"/>
        </a:p>
      </dgm:t>
    </dgm:pt>
    <dgm:pt modelId="{19625913-BB79-4590-BA0E-58089C0D1291}">
      <dgm:prSet/>
      <dgm:spPr/>
    </dgm:pt>
    <dgm:pt modelId="{655882AF-83F6-4148-B4D2-9B001B15A4FE}" type="parTrans" cxnId="{17A2F6C0-D055-4484-A57A-5BAFBE7480ED}">
      <dgm:prSet/>
      <dgm:spPr/>
      <dgm:t>
        <a:bodyPr/>
        <a:lstStyle/>
        <a:p>
          <a:endParaRPr lang="en-MY"/>
        </a:p>
      </dgm:t>
    </dgm:pt>
    <dgm:pt modelId="{84B14F23-BB95-4AA4-9B07-477D68CD4768}" type="sibTrans" cxnId="{17A2F6C0-D055-4484-A57A-5BAFBE7480ED}">
      <dgm:prSet/>
      <dgm:spPr/>
      <dgm:t>
        <a:bodyPr/>
        <a:lstStyle/>
        <a:p>
          <a:endParaRPr lang="en-MY"/>
        </a:p>
      </dgm:t>
    </dgm:pt>
    <dgm:pt modelId="{A4F2B850-38E8-423B-9FC5-A0630A11D859}" type="pres">
      <dgm:prSet presAssocID="{1542F22B-88B1-4081-BFAD-5E788E6967B5}" presName="compositeShape" presStyleCnt="0">
        <dgm:presLayoutVars>
          <dgm:chMax val="7"/>
          <dgm:dir/>
          <dgm:resizeHandles val="exact"/>
        </dgm:presLayoutVars>
      </dgm:prSet>
      <dgm:spPr/>
    </dgm:pt>
    <dgm:pt modelId="{5E6A7D41-D7B6-473C-9993-3E6915A459BD}" type="pres">
      <dgm:prSet presAssocID="{0DECA943-C556-413F-868B-A692E74E1D14}" presName="circ1" presStyleLbl="vennNode1" presStyleIdx="0" presStyleCnt="7"/>
      <dgm:spPr/>
    </dgm:pt>
    <dgm:pt modelId="{AFD57F04-4EA3-4729-A62A-BE254DE80E85}" type="pres">
      <dgm:prSet presAssocID="{0DECA943-C556-413F-868B-A692E74E1D14}" presName="circ1Tx" presStyleLbl="revTx" presStyleIdx="0" presStyleCnt="0">
        <dgm:presLayoutVars>
          <dgm:chMax val="0"/>
          <dgm:chPref val="0"/>
          <dgm:bulletEnabled val="1"/>
        </dgm:presLayoutVars>
      </dgm:prSet>
      <dgm:spPr/>
    </dgm:pt>
    <dgm:pt modelId="{7832DAE9-735A-41FE-AC73-35AA4B9EA344}" type="pres">
      <dgm:prSet presAssocID="{A9CC3529-A9A9-4430-89A1-0D272F0D5C38}" presName="circ2" presStyleLbl="vennNode1" presStyleIdx="1" presStyleCnt="7"/>
      <dgm:spPr/>
    </dgm:pt>
    <dgm:pt modelId="{C0272476-C4F6-41A5-8C57-AFCDBB876251}" type="pres">
      <dgm:prSet presAssocID="{A9CC3529-A9A9-4430-89A1-0D272F0D5C38}" presName="circ2Tx" presStyleLbl="revTx" presStyleIdx="0" presStyleCnt="0">
        <dgm:presLayoutVars>
          <dgm:chMax val="0"/>
          <dgm:chPref val="0"/>
          <dgm:bulletEnabled val="1"/>
        </dgm:presLayoutVars>
      </dgm:prSet>
      <dgm:spPr/>
    </dgm:pt>
    <dgm:pt modelId="{41FE0265-7114-49EF-835E-A1E9ABC8AAF6}" type="pres">
      <dgm:prSet presAssocID="{CF3E52CD-97F1-4997-9855-B87607E1AC27}" presName="circ3" presStyleLbl="vennNode1" presStyleIdx="2" presStyleCnt="7"/>
      <dgm:spPr/>
    </dgm:pt>
    <dgm:pt modelId="{0FBF09BE-38AC-4045-B37D-BF4C4B0A1DCD}" type="pres">
      <dgm:prSet presAssocID="{CF3E52CD-97F1-4997-9855-B87607E1AC27}" presName="circ3Tx" presStyleLbl="revTx" presStyleIdx="0" presStyleCnt="0">
        <dgm:presLayoutVars>
          <dgm:chMax val="0"/>
          <dgm:chPref val="0"/>
          <dgm:bulletEnabled val="1"/>
        </dgm:presLayoutVars>
      </dgm:prSet>
      <dgm:spPr/>
    </dgm:pt>
    <dgm:pt modelId="{82370735-5645-483F-B220-8F284E418A34}" type="pres">
      <dgm:prSet presAssocID="{DB612535-AB19-4AC5-AA39-4B4AEA01220C}" presName="circ4" presStyleLbl="vennNode1" presStyleIdx="3" presStyleCnt="7"/>
      <dgm:spPr/>
    </dgm:pt>
    <dgm:pt modelId="{BFDFB427-B8D9-4CA4-AD1F-083AC9713D5F}" type="pres">
      <dgm:prSet presAssocID="{DB612535-AB19-4AC5-AA39-4B4AEA01220C}" presName="circ4Tx" presStyleLbl="revTx" presStyleIdx="0" presStyleCnt="0">
        <dgm:presLayoutVars>
          <dgm:chMax val="0"/>
          <dgm:chPref val="0"/>
          <dgm:bulletEnabled val="1"/>
        </dgm:presLayoutVars>
      </dgm:prSet>
      <dgm:spPr/>
    </dgm:pt>
    <dgm:pt modelId="{D267E64B-ED65-4AF7-8B06-6CE5AA42D687}" type="pres">
      <dgm:prSet presAssocID="{D99BA51E-654E-419A-BF73-5EBB1C294F2A}" presName="circ5" presStyleLbl="vennNode1" presStyleIdx="4" presStyleCnt="7"/>
      <dgm:spPr/>
    </dgm:pt>
    <dgm:pt modelId="{432EA9EF-0F93-44E6-B14E-0B3312EEAFE0}" type="pres">
      <dgm:prSet presAssocID="{D99BA51E-654E-419A-BF73-5EBB1C294F2A}" presName="circ5Tx" presStyleLbl="revTx" presStyleIdx="0" presStyleCnt="0">
        <dgm:presLayoutVars>
          <dgm:chMax val="0"/>
          <dgm:chPref val="0"/>
          <dgm:bulletEnabled val="1"/>
        </dgm:presLayoutVars>
      </dgm:prSet>
      <dgm:spPr/>
    </dgm:pt>
    <dgm:pt modelId="{032617B8-0753-4677-BBE8-03C2D254B5DA}" type="pres">
      <dgm:prSet presAssocID="{069D39C8-73C0-44CC-B297-14CBC020BB8B}" presName="circ6" presStyleLbl="vennNode1" presStyleIdx="5" presStyleCnt="7"/>
      <dgm:spPr/>
    </dgm:pt>
    <dgm:pt modelId="{AF3EB915-6A6A-459C-A120-CE04FA7D448C}" type="pres">
      <dgm:prSet presAssocID="{069D39C8-73C0-44CC-B297-14CBC020BB8B}" presName="circ6Tx" presStyleLbl="revTx" presStyleIdx="0" presStyleCnt="0">
        <dgm:presLayoutVars>
          <dgm:chMax val="0"/>
          <dgm:chPref val="0"/>
          <dgm:bulletEnabled val="1"/>
        </dgm:presLayoutVars>
      </dgm:prSet>
      <dgm:spPr/>
    </dgm:pt>
    <dgm:pt modelId="{67042653-0203-48C2-9FB3-AE0661C07517}" type="pres">
      <dgm:prSet presAssocID="{02AB6B1A-FFC2-4F8F-AF5B-71951F5EC26F}" presName="circ7" presStyleLbl="vennNode1" presStyleIdx="6" presStyleCnt="7"/>
      <dgm:spPr/>
    </dgm:pt>
    <dgm:pt modelId="{D9085905-C187-45DC-B7FF-715FF7489D1C}" type="pres">
      <dgm:prSet presAssocID="{02AB6B1A-FFC2-4F8F-AF5B-71951F5EC26F}" presName="circ7Tx" presStyleLbl="revTx" presStyleIdx="0" presStyleCnt="0">
        <dgm:presLayoutVars>
          <dgm:chMax val="0"/>
          <dgm:chPref val="0"/>
          <dgm:bulletEnabled val="1"/>
        </dgm:presLayoutVars>
      </dgm:prSet>
      <dgm:spPr/>
    </dgm:pt>
  </dgm:ptLst>
  <dgm:cxnLst>
    <dgm:cxn modelId="{DDBE2417-0BFA-4097-9F33-79A1CAD72429}" srcId="{1542F22B-88B1-4081-BFAD-5E788E6967B5}" destId="{069D39C8-73C0-44CC-B297-14CBC020BB8B}" srcOrd="5" destOrd="0" parTransId="{25BD05CB-673B-42BF-A6E2-E9EA99337802}" sibTransId="{6BE12801-76EA-4443-AB66-74249000BBF8}"/>
    <dgm:cxn modelId="{4125CC19-32FE-4C39-B0B5-049A608E7F9E}" type="presOf" srcId="{A9CC3529-A9A9-4430-89A1-0D272F0D5C38}" destId="{C0272476-C4F6-41A5-8C57-AFCDBB876251}" srcOrd="0" destOrd="0" presId="urn:microsoft.com/office/officeart/2005/8/layout/venn1"/>
    <dgm:cxn modelId="{B11D2228-3084-4017-BB0D-61F61BBF8C82}" type="presOf" srcId="{CF3E52CD-97F1-4997-9855-B87607E1AC27}" destId="{0FBF09BE-38AC-4045-B37D-BF4C4B0A1DCD}" srcOrd="0" destOrd="0" presId="urn:microsoft.com/office/officeart/2005/8/layout/venn1"/>
    <dgm:cxn modelId="{8C89B047-68C0-4AB0-991A-906BBE298CF5}" srcId="{1542F22B-88B1-4081-BFAD-5E788E6967B5}" destId="{4444D58E-8C46-4730-90C3-F3DC27CF03DC}" srcOrd="7" destOrd="0" parTransId="{0676D7A1-4967-468D-A2D9-3A9100750832}" sibTransId="{2A098AF8-4661-45F2-8812-8572B5253DF8}"/>
    <dgm:cxn modelId="{D010A872-68FE-453A-9D08-61487A3EBE67}" srcId="{1542F22B-88B1-4081-BFAD-5E788E6967B5}" destId="{02AB6B1A-FFC2-4F8F-AF5B-71951F5EC26F}" srcOrd="6" destOrd="0" parTransId="{10E4EF98-8256-4BB5-972E-5071F6B6AF9D}" sibTransId="{8342E3FC-ACF8-44FF-A02A-112A040A2EBE}"/>
    <dgm:cxn modelId="{1B1DFD53-B249-4F70-9A02-2E6776CE863F}" srcId="{1542F22B-88B1-4081-BFAD-5E788E6967B5}" destId="{CF3E52CD-97F1-4997-9855-B87607E1AC27}" srcOrd="2" destOrd="0" parTransId="{16C0C6DB-5543-4F0F-B0B4-A2DE076A8A1F}" sibTransId="{21B49935-B60B-4225-BEF0-B6A51499BA53}"/>
    <dgm:cxn modelId="{8BCF5076-CFAE-41E3-9B5E-8682EAACE9BD}" type="presOf" srcId="{DB612535-AB19-4AC5-AA39-4B4AEA01220C}" destId="{BFDFB427-B8D9-4CA4-AD1F-083AC9713D5F}" srcOrd="0" destOrd="0" presId="urn:microsoft.com/office/officeart/2005/8/layout/venn1"/>
    <dgm:cxn modelId="{B703987B-1201-44D4-8A2C-B86BE00AEDFE}" type="presOf" srcId="{0DECA943-C556-413F-868B-A692E74E1D14}" destId="{AFD57F04-4EA3-4729-A62A-BE254DE80E85}" srcOrd="0" destOrd="0" presId="urn:microsoft.com/office/officeart/2005/8/layout/venn1"/>
    <dgm:cxn modelId="{4B990E81-D0D0-4470-BF4D-AFAD699076E3}" srcId="{1542F22B-88B1-4081-BFAD-5E788E6967B5}" destId="{DB612535-AB19-4AC5-AA39-4B4AEA01220C}" srcOrd="3" destOrd="0" parTransId="{641D02DE-B6EE-49D6-90F4-C4D7752113C2}" sibTransId="{740742F7-1EC3-41A4-A13D-341552912090}"/>
    <dgm:cxn modelId="{1EFD3081-966D-41E6-9AF9-02970A4795D9}" type="presOf" srcId="{02AB6B1A-FFC2-4F8F-AF5B-71951F5EC26F}" destId="{D9085905-C187-45DC-B7FF-715FF7489D1C}" srcOrd="0" destOrd="0" presId="urn:microsoft.com/office/officeart/2005/8/layout/venn1"/>
    <dgm:cxn modelId="{64F10189-AA09-4159-B25B-6F301006609C}" type="presOf" srcId="{D99BA51E-654E-419A-BF73-5EBB1C294F2A}" destId="{432EA9EF-0F93-44E6-B14E-0B3312EEAFE0}" srcOrd="0" destOrd="0" presId="urn:microsoft.com/office/officeart/2005/8/layout/venn1"/>
    <dgm:cxn modelId="{12AF3E9E-1F60-4A8D-AD8C-8473B4390222}" srcId="{1542F22B-88B1-4081-BFAD-5E788E6967B5}" destId="{D99BA51E-654E-419A-BF73-5EBB1C294F2A}" srcOrd="4" destOrd="0" parTransId="{9CBD9119-BC66-48FB-ADA7-5AE1600B4527}" sibTransId="{97C2E8CE-4A5C-40DC-8F6E-7AF68379AEE0}"/>
    <dgm:cxn modelId="{AD4AF7A6-5C3F-47F9-A985-158F057D0998}" type="presOf" srcId="{1542F22B-88B1-4081-BFAD-5E788E6967B5}" destId="{A4F2B850-38E8-423B-9FC5-A0630A11D859}" srcOrd="0" destOrd="0" presId="urn:microsoft.com/office/officeart/2005/8/layout/venn1"/>
    <dgm:cxn modelId="{17A2F6C0-D055-4484-A57A-5BAFBE7480ED}" srcId="{1542F22B-88B1-4081-BFAD-5E788E6967B5}" destId="{19625913-BB79-4590-BA0E-58089C0D1291}" srcOrd="8" destOrd="0" parTransId="{655882AF-83F6-4148-B4D2-9B001B15A4FE}" sibTransId="{84B14F23-BB95-4AA4-9B07-477D68CD4768}"/>
    <dgm:cxn modelId="{76BD1EEB-9981-475B-897A-7AC94ED8F567}" srcId="{1542F22B-88B1-4081-BFAD-5E788E6967B5}" destId="{A9CC3529-A9A9-4430-89A1-0D272F0D5C38}" srcOrd="1" destOrd="0" parTransId="{64BBF16C-4985-4127-BF99-4CDBEE0FC6F1}" sibTransId="{90090FC5-39DA-4657-986B-4C76226078E8}"/>
    <dgm:cxn modelId="{441B1AFA-57F4-406B-8244-359EF86895AD}" srcId="{1542F22B-88B1-4081-BFAD-5E788E6967B5}" destId="{0DECA943-C556-413F-868B-A692E74E1D14}" srcOrd="0" destOrd="0" parTransId="{22D32037-1AA7-415A-9F4F-50A5C3906840}" sibTransId="{EFC710CF-BB10-4BD6-B1B4-3C1424D8D8DA}"/>
    <dgm:cxn modelId="{BE255EFE-9042-45EB-BCAC-BD3748BEB5BD}" type="presOf" srcId="{069D39C8-73C0-44CC-B297-14CBC020BB8B}" destId="{AF3EB915-6A6A-459C-A120-CE04FA7D448C}" srcOrd="0" destOrd="0" presId="urn:microsoft.com/office/officeart/2005/8/layout/venn1"/>
    <dgm:cxn modelId="{AB3D31FB-F7CF-4F39-93AD-80284CD4268E}" type="presParOf" srcId="{A4F2B850-38E8-423B-9FC5-A0630A11D859}" destId="{5E6A7D41-D7B6-473C-9993-3E6915A459BD}" srcOrd="0" destOrd="0" presId="urn:microsoft.com/office/officeart/2005/8/layout/venn1"/>
    <dgm:cxn modelId="{B45FA4DA-0FE5-4A5B-A575-5FB3D6352426}" type="presParOf" srcId="{A4F2B850-38E8-423B-9FC5-A0630A11D859}" destId="{AFD57F04-4EA3-4729-A62A-BE254DE80E85}" srcOrd="1" destOrd="0" presId="urn:microsoft.com/office/officeart/2005/8/layout/venn1"/>
    <dgm:cxn modelId="{AC129D96-52E7-4027-BACC-1FEB91AB298F}" type="presParOf" srcId="{A4F2B850-38E8-423B-9FC5-A0630A11D859}" destId="{7832DAE9-735A-41FE-AC73-35AA4B9EA344}" srcOrd="2" destOrd="0" presId="urn:microsoft.com/office/officeart/2005/8/layout/venn1"/>
    <dgm:cxn modelId="{ADCDC20F-F1E4-418D-9401-B9B6852FAE7F}" type="presParOf" srcId="{A4F2B850-38E8-423B-9FC5-A0630A11D859}" destId="{C0272476-C4F6-41A5-8C57-AFCDBB876251}" srcOrd="3" destOrd="0" presId="urn:microsoft.com/office/officeart/2005/8/layout/venn1"/>
    <dgm:cxn modelId="{B248B75A-DC31-4826-B8B8-278AAE2A1720}" type="presParOf" srcId="{A4F2B850-38E8-423B-9FC5-A0630A11D859}" destId="{41FE0265-7114-49EF-835E-A1E9ABC8AAF6}" srcOrd="4" destOrd="0" presId="urn:microsoft.com/office/officeart/2005/8/layout/venn1"/>
    <dgm:cxn modelId="{1E2AE8CE-2BF3-420D-B049-6B5A60E3DDAF}" type="presParOf" srcId="{A4F2B850-38E8-423B-9FC5-A0630A11D859}" destId="{0FBF09BE-38AC-4045-B37D-BF4C4B0A1DCD}" srcOrd="5" destOrd="0" presId="urn:microsoft.com/office/officeart/2005/8/layout/venn1"/>
    <dgm:cxn modelId="{7FCEE258-95D3-4E47-A12E-64D7427E8068}" type="presParOf" srcId="{A4F2B850-38E8-423B-9FC5-A0630A11D859}" destId="{82370735-5645-483F-B220-8F284E418A34}" srcOrd="6" destOrd="0" presId="urn:microsoft.com/office/officeart/2005/8/layout/venn1"/>
    <dgm:cxn modelId="{E6A267C6-6B4C-49B8-A766-F3099312F778}" type="presParOf" srcId="{A4F2B850-38E8-423B-9FC5-A0630A11D859}" destId="{BFDFB427-B8D9-4CA4-AD1F-083AC9713D5F}" srcOrd="7" destOrd="0" presId="urn:microsoft.com/office/officeart/2005/8/layout/venn1"/>
    <dgm:cxn modelId="{23EAC839-BF67-41CE-B8B3-DC08A784D688}" type="presParOf" srcId="{A4F2B850-38E8-423B-9FC5-A0630A11D859}" destId="{D267E64B-ED65-4AF7-8B06-6CE5AA42D687}" srcOrd="8" destOrd="0" presId="urn:microsoft.com/office/officeart/2005/8/layout/venn1"/>
    <dgm:cxn modelId="{17186483-5AC3-4EF7-B59A-AF9410D4CC5E}" type="presParOf" srcId="{A4F2B850-38E8-423B-9FC5-A0630A11D859}" destId="{432EA9EF-0F93-44E6-B14E-0B3312EEAFE0}" srcOrd="9" destOrd="0" presId="urn:microsoft.com/office/officeart/2005/8/layout/venn1"/>
    <dgm:cxn modelId="{6DA2AFBE-7256-44E9-AEC4-943FE1A9793A}" type="presParOf" srcId="{A4F2B850-38E8-423B-9FC5-A0630A11D859}" destId="{032617B8-0753-4677-BBE8-03C2D254B5DA}" srcOrd="10" destOrd="0" presId="urn:microsoft.com/office/officeart/2005/8/layout/venn1"/>
    <dgm:cxn modelId="{772DC8BC-6736-4B1C-AEF2-111D0CE2503C}" type="presParOf" srcId="{A4F2B850-38E8-423B-9FC5-A0630A11D859}" destId="{AF3EB915-6A6A-459C-A120-CE04FA7D448C}" srcOrd="11" destOrd="0" presId="urn:microsoft.com/office/officeart/2005/8/layout/venn1"/>
    <dgm:cxn modelId="{199B062B-8FFD-49AD-9C2C-F5574DA63EA5}" type="presParOf" srcId="{A4F2B850-38E8-423B-9FC5-A0630A11D859}" destId="{67042653-0203-48C2-9FB3-AE0661C07517}" srcOrd="12" destOrd="0" presId="urn:microsoft.com/office/officeart/2005/8/layout/venn1"/>
    <dgm:cxn modelId="{4FC592D8-CA01-45A2-89B9-8A0B3865A0E0}" type="presParOf" srcId="{A4F2B850-38E8-423B-9FC5-A0630A11D859}" destId="{D9085905-C187-45DC-B7FF-715FF7489D1C}" srcOrd="13"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C1C098F-5939-413C-A858-6A5B8EA22846}" type="doc">
      <dgm:prSet loTypeId="urn:microsoft.com/office/officeart/2005/8/layout/hProcess11" loCatId="process" qsTypeId="urn:microsoft.com/office/officeart/2005/8/quickstyle/simple1" qsCatId="simple" csTypeId="urn:microsoft.com/office/officeart/2005/8/colors/colorful1" csCatId="colorful" phldr="1"/>
      <dgm:spPr/>
      <dgm:t>
        <a:bodyPr/>
        <a:lstStyle/>
        <a:p>
          <a:endParaRPr lang="en-MY"/>
        </a:p>
      </dgm:t>
    </dgm:pt>
    <dgm:pt modelId="{C337D992-A4B1-4F3C-983E-5EC8E05A1144}">
      <dgm:prSet custT="1"/>
      <dgm:spPr/>
      <dgm:t>
        <a:bodyPr/>
        <a:lstStyle/>
        <a:p>
          <a:r>
            <a:rPr lang="en-US" sz="1400" dirty="0"/>
            <a:t>LO vs Credit Paper Comparison	✓</a:t>
          </a:r>
          <a:endParaRPr lang="en-MY" sz="1400" dirty="0"/>
        </a:p>
      </dgm:t>
    </dgm:pt>
    <dgm:pt modelId="{F05551B6-60AC-4230-9C5C-591127B56006}" type="parTrans" cxnId="{F5BCAF36-2CB3-4F38-B95C-9972644692E0}">
      <dgm:prSet/>
      <dgm:spPr/>
      <dgm:t>
        <a:bodyPr/>
        <a:lstStyle/>
        <a:p>
          <a:endParaRPr lang="en-MY" sz="1400"/>
        </a:p>
      </dgm:t>
    </dgm:pt>
    <dgm:pt modelId="{1C39F47F-44EF-4842-A130-D5D05B57EF58}" type="sibTrans" cxnId="{F5BCAF36-2CB3-4F38-B95C-9972644692E0}">
      <dgm:prSet/>
      <dgm:spPr/>
      <dgm:t>
        <a:bodyPr/>
        <a:lstStyle/>
        <a:p>
          <a:endParaRPr lang="en-MY" sz="1400"/>
        </a:p>
      </dgm:t>
    </dgm:pt>
    <dgm:pt modelId="{4FB186A9-864C-40AC-9625-EFA1F8E192B0}">
      <dgm:prSet custT="1"/>
      <dgm:spPr/>
      <dgm:t>
        <a:bodyPr/>
        <a:lstStyle/>
        <a:p>
          <a:r>
            <a:rPr lang="en-US" sz="1400" dirty="0"/>
            <a:t>Facility Amount Verification	✓</a:t>
          </a:r>
          <a:endParaRPr lang="en-MY" sz="1400" dirty="0"/>
        </a:p>
      </dgm:t>
    </dgm:pt>
    <dgm:pt modelId="{11AEA952-8B72-4208-BE1C-5967D02463F2}" type="parTrans" cxnId="{89FB0215-B84E-49F1-A36E-1300942ECE3A}">
      <dgm:prSet/>
      <dgm:spPr/>
      <dgm:t>
        <a:bodyPr/>
        <a:lstStyle/>
        <a:p>
          <a:endParaRPr lang="en-MY" sz="1400"/>
        </a:p>
      </dgm:t>
    </dgm:pt>
    <dgm:pt modelId="{74F598F2-62CA-4CC8-A0AE-79D646436E51}" type="sibTrans" cxnId="{89FB0215-B84E-49F1-A36E-1300942ECE3A}">
      <dgm:prSet/>
      <dgm:spPr/>
      <dgm:t>
        <a:bodyPr/>
        <a:lstStyle/>
        <a:p>
          <a:endParaRPr lang="en-MY" sz="1400"/>
        </a:p>
      </dgm:t>
    </dgm:pt>
    <dgm:pt modelId="{FCC3C81E-5F05-443B-B537-5074485C2738}">
      <dgm:prSet custT="1"/>
      <dgm:spPr/>
      <dgm:t>
        <a:bodyPr/>
        <a:lstStyle/>
        <a:p>
          <a:r>
            <a:rPr lang="en-US" sz="1400"/>
            <a:t>Purpose Matching	✓</a:t>
          </a:r>
          <a:endParaRPr lang="en-MY" sz="1400"/>
        </a:p>
      </dgm:t>
    </dgm:pt>
    <dgm:pt modelId="{52FCF5C8-D041-41AF-8B8F-F7EB878154A1}" type="parTrans" cxnId="{FA1A15B1-57AC-4F25-A2B6-F993B1BF1504}">
      <dgm:prSet/>
      <dgm:spPr/>
      <dgm:t>
        <a:bodyPr/>
        <a:lstStyle/>
        <a:p>
          <a:endParaRPr lang="en-MY" sz="1400"/>
        </a:p>
      </dgm:t>
    </dgm:pt>
    <dgm:pt modelId="{F43D10F5-491E-4861-BF70-FF2BC243499F}" type="sibTrans" cxnId="{FA1A15B1-57AC-4F25-A2B6-F993B1BF1504}">
      <dgm:prSet/>
      <dgm:spPr/>
      <dgm:t>
        <a:bodyPr/>
        <a:lstStyle/>
        <a:p>
          <a:endParaRPr lang="en-MY" sz="1400"/>
        </a:p>
      </dgm:t>
    </dgm:pt>
    <dgm:pt modelId="{C3ECFCBE-45C3-4E5B-AB4E-4B287EFE863F}">
      <dgm:prSet custT="1"/>
      <dgm:spPr/>
      <dgm:t>
        <a:bodyPr/>
        <a:lstStyle/>
        <a:p>
          <a:r>
            <a:rPr lang="en-US" sz="1400"/>
            <a:t>Pricing Validation	✓</a:t>
          </a:r>
          <a:endParaRPr lang="en-MY" sz="1400"/>
        </a:p>
      </dgm:t>
    </dgm:pt>
    <dgm:pt modelId="{2F70A7C0-4491-4F83-BA92-6975D99ED558}" type="parTrans" cxnId="{6D29FD27-9FD8-477B-8D08-5A313E6B35B6}">
      <dgm:prSet/>
      <dgm:spPr/>
      <dgm:t>
        <a:bodyPr/>
        <a:lstStyle/>
        <a:p>
          <a:endParaRPr lang="en-MY" sz="1400"/>
        </a:p>
      </dgm:t>
    </dgm:pt>
    <dgm:pt modelId="{C020A33F-DCDE-4D04-9A30-2CD6F83AC82A}" type="sibTrans" cxnId="{6D29FD27-9FD8-477B-8D08-5A313E6B35B6}">
      <dgm:prSet/>
      <dgm:spPr/>
      <dgm:t>
        <a:bodyPr/>
        <a:lstStyle/>
        <a:p>
          <a:endParaRPr lang="en-MY" sz="1400"/>
        </a:p>
      </dgm:t>
    </dgm:pt>
    <dgm:pt modelId="{268A8981-6A6E-41EA-9F5C-6E7A6BE1B4E9}">
      <dgm:prSet custT="1"/>
      <dgm:spPr/>
      <dgm:t>
        <a:bodyPr/>
        <a:lstStyle/>
        <a:p>
          <a:r>
            <a:rPr lang="en-US" sz="1400" dirty="0"/>
            <a:t>Tenure Validation	✓</a:t>
          </a:r>
          <a:endParaRPr lang="en-MY" sz="1400" dirty="0"/>
        </a:p>
      </dgm:t>
    </dgm:pt>
    <dgm:pt modelId="{3EF970DC-87B3-4284-936B-E9D622613913}" type="parTrans" cxnId="{7DF5B346-5CA6-46D5-9EE5-25192483F300}">
      <dgm:prSet/>
      <dgm:spPr/>
      <dgm:t>
        <a:bodyPr/>
        <a:lstStyle/>
        <a:p>
          <a:endParaRPr lang="en-MY" sz="1400"/>
        </a:p>
      </dgm:t>
    </dgm:pt>
    <dgm:pt modelId="{CFC87945-A7AA-4666-814D-5B3557316EFC}" type="sibTrans" cxnId="{7DF5B346-5CA6-46D5-9EE5-25192483F300}">
      <dgm:prSet/>
      <dgm:spPr/>
      <dgm:t>
        <a:bodyPr/>
        <a:lstStyle/>
        <a:p>
          <a:endParaRPr lang="en-MY" sz="1400"/>
        </a:p>
      </dgm:t>
    </dgm:pt>
    <dgm:pt modelId="{3F2F1FEF-CECA-453B-84FF-7ABF65ED9E6F}">
      <dgm:prSet custT="1"/>
      <dgm:spPr/>
      <dgm:t>
        <a:bodyPr/>
        <a:lstStyle/>
        <a:p>
          <a:r>
            <a:rPr lang="en-US" sz="1400"/>
            <a:t>Special Conditions Validation	✓</a:t>
          </a:r>
          <a:endParaRPr lang="en-MY" sz="1400"/>
        </a:p>
      </dgm:t>
    </dgm:pt>
    <dgm:pt modelId="{39E6F60F-7756-40E9-97A5-94AE39E1CFFF}" type="parTrans" cxnId="{FF693B86-3E80-4139-95D7-D614325256F1}">
      <dgm:prSet/>
      <dgm:spPr/>
      <dgm:t>
        <a:bodyPr/>
        <a:lstStyle/>
        <a:p>
          <a:endParaRPr lang="en-MY" sz="1400"/>
        </a:p>
      </dgm:t>
    </dgm:pt>
    <dgm:pt modelId="{CF4AC4BB-C6D1-433E-A29F-6E5BA7339060}" type="sibTrans" cxnId="{FF693B86-3E80-4139-95D7-D614325256F1}">
      <dgm:prSet/>
      <dgm:spPr/>
      <dgm:t>
        <a:bodyPr/>
        <a:lstStyle/>
        <a:p>
          <a:endParaRPr lang="en-MY" sz="1400"/>
        </a:p>
      </dgm:t>
    </dgm:pt>
    <dgm:pt modelId="{2BCBFB0E-7BEA-4AC8-BEF1-B00092885E66}">
      <dgm:prSet custT="1"/>
      <dgm:spPr/>
      <dgm:t>
        <a:bodyPr/>
        <a:lstStyle/>
        <a:p>
          <a:r>
            <a:rPr lang="en-US" sz="1400"/>
            <a:t>Customer Details Check	✓</a:t>
          </a:r>
          <a:endParaRPr lang="en-MY" sz="1400"/>
        </a:p>
      </dgm:t>
    </dgm:pt>
    <dgm:pt modelId="{03E5376F-18AD-40FA-AE7B-C652E2C6C407}" type="parTrans" cxnId="{04D6AE6E-BC34-4097-A93A-0076C431869E}">
      <dgm:prSet/>
      <dgm:spPr/>
      <dgm:t>
        <a:bodyPr/>
        <a:lstStyle/>
        <a:p>
          <a:endParaRPr lang="en-MY" sz="1400"/>
        </a:p>
      </dgm:t>
    </dgm:pt>
    <dgm:pt modelId="{ABFF4861-3CA1-4D9D-9625-A16C8F1CF823}" type="sibTrans" cxnId="{04D6AE6E-BC34-4097-A93A-0076C431869E}">
      <dgm:prSet/>
      <dgm:spPr/>
      <dgm:t>
        <a:bodyPr/>
        <a:lstStyle/>
        <a:p>
          <a:endParaRPr lang="en-MY" sz="1400"/>
        </a:p>
      </dgm:t>
    </dgm:pt>
    <dgm:pt modelId="{6C8FED90-3074-4EF4-8C83-3B4E4C30D5E8}">
      <dgm:prSet custT="1"/>
      <dgm:spPr/>
      <dgm:t>
        <a:bodyPr/>
        <a:lstStyle/>
        <a:p>
          <a:r>
            <a:rPr lang="en-US" sz="1400" dirty="0"/>
            <a:t>Approval Evidence Identification	✓</a:t>
          </a:r>
          <a:endParaRPr lang="en-MY" sz="1400" dirty="0"/>
        </a:p>
      </dgm:t>
    </dgm:pt>
    <dgm:pt modelId="{A1FEF2CE-65BD-4FC8-8123-D9ED73498F3C}" type="parTrans" cxnId="{F9857467-0635-4FB0-86BF-5EEA31E20F6D}">
      <dgm:prSet/>
      <dgm:spPr/>
      <dgm:t>
        <a:bodyPr/>
        <a:lstStyle/>
        <a:p>
          <a:endParaRPr lang="en-MY" sz="1400"/>
        </a:p>
      </dgm:t>
    </dgm:pt>
    <dgm:pt modelId="{B336689C-9994-479F-8963-F46F01757FF8}" type="sibTrans" cxnId="{F9857467-0635-4FB0-86BF-5EEA31E20F6D}">
      <dgm:prSet/>
      <dgm:spPr/>
      <dgm:t>
        <a:bodyPr/>
        <a:lstStyle/>
        <a:p>
          <a:endParaRPr lang="en-MY" sz="1400"/>
        </a:p>
      </dgm:t>
    </dgm:pt>
    <dgm:pt modelId="{2B3D18D3-BB7E-4BCC-8015-0186675837D8}">
      <dgm:prSet custT="1"/>
      <dgm:spPr/>
      <dgm:t>
        <a:bodyPr/>
        <a:lstStyle/>
        <a:p>
          <a:r>
            <a:rPr lang="en-US" sz="1400" dirty="0"/>
            <a:t>Exception Summary Generation	✓</a:t>
          </a:r>
          <a:endParaRPr lang="en-MY" sz="1400" dirty="0"/>
        </a:p>
      </dgm:t>
    </dgm:pt>
    <dgm:pt modelId="{B2099EDF-CF37-48F4-B491-F552084691D1}" type="parTrans" cxnId="{AE0814E5-74E2-4D38-B80B-A8ADD7B1CCC8}">
      <dgm:prSet/>
      <dgm:spPr/>
      <dgm:t>
        <a:bodyPr/>
        <a:lstStyle/>
        <a:p>
          <a:endParaRPr lang="en-MY" sz="1400"/>
        </a:p>
      </dgm:t>
    </dgm:pt>
    <dgm:pt modelId="{33E2CA7A-1143-44AB-AEB9-763E49C59929}" type="sibTrans" cxnId="{AE0814E5-74E2-4D38-B80B-A8ADD7B1CCC8}">
      <dgm:prSet/>
      <dgm:spPr/>
      <dgm:t>
        <a:bodyPr/>
        <a:lstStyle/>
        <a:p>
          <a:endParaRPr lang="en-MY" sz="1400"/>
        </a:p>
      </dgm:t>
    </dgm:pt>
    <dgm:pt modelId="{2DAD2E7E-9D50-4AEF-8F03-16002C506318}" type="pres">
      <dgm:prSet presAssocID="{9C1C098F-5939-413C-A858-6A5B8EA22846}" presName="Name0" presStyleCnt="0">
        <dgm:presLayoutVars>
          <dgm:dir/>
          <dgm:resizeHandles val="exact"/>
        </dgm:presLayoutVars>
      </dgm:prSet>
      <dgm:spPr/>
    </dgm:pt>
    <dgm:pt modelId="{61615C27-1BCD-4E49-93A2-3401F32FBD60}" type="pres">
      <dgm:prSet presAssocID="{9C1C098F-5939-413C-A858-6A5B8EA22846}" presName="arrow" presStyleLbl="bgShp" presStyleIdx="0" presStyleCnt="1"/>
      <dgm:spPr/>
    </dgm:pt>
    <dgm:pt modelId="{D8C00C09-67F1-4347-B9F2-D373DE17D709}" type="pres">
      <dgm:prSet presAssocID="{9C1C098F-5939-413C-A858-6A5B8EA22846}" presName="points" presStyleCnt="0"/>
      <dgm:spPr/>
    </dgm:pt>
    <dgm:pt modelId="{DE4DF0CE-9EC1-4CB3-A4D9-31D2DC332046}" type="pres">
      <dgm:prSet presAssocID="{C337D992-A4B1-4F3C-983E-5EC8E05A1144}" presName="compositeA" presStyleCnt="0"/>
      <dgm:spPr/>
    </dgm:pt>
    <dgm:pt modelId="{EDB1BCAF-6974-464E-93D9-BEA67C4035D2}" type="pres">
      <dgm:prSet presAssocID="{C337D992-A4B1-4F3C-983E-5EC8E05A1144}" presName="textA" presStyleLbl="revTx" presStyleIdx="0" presStyleCnt="9" custScaleX="120686">
        <dgm:presLayoutVars>
          <dgm:bulletEnabled val="1"/>
        </dgm:presLayoutVars>
      </dgm:prSet>
      <dgm:spPr/>
    </dgm:pt>
    <dgm:pt modelId="{E0F801D2-82EC-4824-99AE-BABB18C29893}" type="pres">
      <dgm:prSet presAssocID="{C337D992-A4B1-4F3C-983E-5EC8E05A1144}" presName="circleA" presStyleLbl="node1" presStyleIdx="0" presStyleCnt="9"/>
      <dgm:spPr/>
    </dgm:pt>
    <dgm:pt modelId="{0D53D8D0-1DD8-4C50-9106-2DF29924AA50}" type="pres">
      <dgm:prSet presAssocID="{C337D992-A4B1-4F3C-983E-5EC8E05A1144}" presName="spaceA" presStyleCnt="0"/>
      <dgm:spPr/>
    </dgm:pt>
    <dgm:pt modelId="{32CB86BF-946C-46BF-9D75-45296991ACAF}" type="pres">
      <dgm:prSet presAssocID="{1C39F47F-44EF-4842-A130-D5D05B57EF58}" presName="space" presStyleCnt="0"/>
      <dgm:spPr/>
    </dgm:pt>
    <dgm:pt modelId="{476B4BA1-8AFE-4C94-A88A-28D281AE5A3B}" type="pres">
      <dgm:prSet presAssocID="{4FB186A9-864C-40AC-9625-EFA1F8E192B0}" presName="compositeB" presStyleCnt="0"/>
      <dgm:spPr/>
    </dgm:pt>
    <dgm:pt modelId="{255DEB26-71B3-4087-BB79-51C9AED6AF51}" type="pres">
      <dgm:prSet presAssocID="{4FB186A9-864C-40AC-9625-EFA1F8E192B0}" presName="textB" presStyleLbl="revTx" presStyleIdx="1" presStyleCnt="9" custScaleX="127211">
        <dgm:presLayoutVars>
          <dgm:bulletEnabled val="1"/>
        </dgm:presLayoutVars>
      </dgm:prSet>
      <dgm:spPr/>
    </dgm:pt>
    <dgm:pt modelId="{0CF3526B-FBCA-4B6D-B18A-6177BBA4669B}" type="pres">
      <dgm:prSet presAssocID="{4FB186A9-864C-40AC-9625-EFA1F8E192B0}" presName="circleB" presStyleLbl="node1" presStyleIdx="1" presStyleCnt="9"/>
      <dgm:spPr/>
    </dgm:pt>
    <dgm:pt modelId="{067FBFEA-05D4-46AC-97FB-69DA597A8EBC}" type="pres">
      <dgm:prSet presAssocID="{4FB186A9-864C-40AC-9625-EFA1F8E192B0}" presName="spaceB" presStyleCnt="0"/>
      <dgm:spPr/>
    </dgm:pt>
    <dgm:pt modelId="{F1A70FF4-95A5-4BF6-9E75-F199C9067919}" type="pres">
      <dgm:prSet presAssocID="{74F598F2-62CA-4CC8-A0AE-79D646436E51}" presName="space" presStyleCnt="0"/>
      <dgm:spPr/>
    </dgm:pt>
    <dgm:pt modelId="{E23BA30E-6271-4AEC-92D2-0B3E4C7D44C2}" type="pres">
      <dgm:prSet presAssocID="{FCC3C81E-5F05-443B-B537-5074485C2738}" presName="compositeA" presStyleCnt="0"/>
      <dgm:spPr/>
    </dgm:pt>
    <dgm:pt modelId="{FDA97952-9C39-4BFA-B7CF-19A804078DDB}" type="pres">
      <dgm:prSet presAssocID="{FCC3C81E-5F05-443B-B537-5074485C2738}" presName="textA" presStyleLbl="revTx" presStyleIdx="2" presStyleCnt="9">
        <dgm:presLayoutVars>
          <dgm:bulletEnabled val="1"/>
        </dgm:presLayoutVars>
      </dgm:prSet>
      <dgm:spPr/>
    </dgm:pt>
    <dgm:pt modelId="{0D3FF8C8-0735-45CA-9C74-07FC5F9407CF}" type="pres">
      <dgm:prSet presAssocID="{FCC3C81E-5F05-443B-B537-5074485C2738}" presName="circleA" presStyleLbl="node1" presStyleIdx="2" presStyleCnt="9"/>
      <dgm:spPr/>
    </dgm:pt>
    <dgm:pt modelId="{6AE761CE-F0E8-4DFB-8C62-5B98A38A3550}" type="pres">
      <dgm:prSet presAssocID="{FCC3C81E-5F05-443B-B537-5074485C2738}" presName="spaceA" presStyleCnt="0"/>
      <dgm:spPr/>
    </dgm:pt>
    <dgm:pt modelId="{332B6AD9-F849-453E-9DE0-F19795A319F8}" type="pres">
      <dgm:prSet presAssocID="{F43D10F5-491E-4861-BF70-FF2BC243499F}" presName="space" presStyleCnt="0"/>
      <dgm:spPr/>
    </dgm:pt>
    <dgm:pt modelId="{A77425FD-EFBE-4FAA-945A-3C886F09015E}" type="pres">
      <dgm:prSet presAssocID="{C3ECFCBE-45C3-4E5B-AB4E-4B287EFE863F}" presName="compositeB" presStyleCnt="0"/>
      <dgm:spPr/>
    </dgm:pt>
    <dgm:pt modelId="{4D7A316D-E0BB-48E1-8212-04B374CEF0BA}" type="pres">
      <dgm:prSet presAssocID="{C3ECFCBE-45C3-4E5B-AB4E-4B287EFE863F}" presName="textB" presStyleLbl="revTx" presStyleIdx="3" presStyleCnt="9">
        <dgm:presLayoutVars>
          <dgm:bulletEnabled val="1"/>
        </dgm:presLayoutVars>
      </dgm:prSet>
      <dgm:spPr/>
    </dgm:pt>
    <dgm:pt modelId="{82D9E778-8299-4498-9B56-C8494622ACE3}" type="pres">
      <dgm:prSet presAssocID="{C3ECFCBE-45C3-4E5B-AB4E-4B287EFE863F}" presName="circleB" presStyleLbl="node1" presStyleIdx="3" presStyleCnt="9"/>
      <dgm:spPr/>
    </dgm:pt>
    <dgm:pt modelId="{B360D456-B945-47F0-93EA-4561DF385381}" type="pres">
      <dgm:prSet presAssocID="{C3ECFCBE-45C3-4E5B-AB4E-4B287EFE863F}" presName="spaceB" presStyleCnt="0"/>
      <dgm:spPr/>
    </dgm:pt>
    <dgm:pt modelId="{48DC0381-7930-4179-A4E9-BA4C3A918154}" type="pres">
      <dgm:prSet presAssocID="{C020A33F-DCDE-4D04-9A30-2CD6F83AC82A}" presName="space" presStyleCnt="0"/>
      <dgm:spPr/>
    </dgm:pt>
    <dgm:pt modelId="{E0B974A7-CADB-4CAA-B1E3-08425372F5F9}" type="pres">
      <dgm:prSet presAssocID="{268A8981-6A6E-41EA-9F5C-6E7A6BE1B4E9}" presName="compositeA" presStyleCnt="0"/>
      <dgm:spPr/>
    </dgm:pt>
    <dgm:pt modelId="{D5652097-60CA-46A7-B62D-3D2BD5CDF189}" type="pres">
      <dgm:prSet presAssocID="{268A8981-6A6E-41EA-9F5C-6E7A6BE1B4E9}" presName="textA" presStyleLbl="revTx" presStyleIdx="4" presStyleCnt="9">
        <dgm:presLayoutVars>
          <dgm:bulletEnabled val="1"/>
        </dgm:presLayoutVars>
      </dgm:prSet>
      <dgm:spPr/>
    </dgm:pt>
    <dgm:pt modelId="{69855E1C-D189-46D8-866B-B60217E93F10}" type="pres">
      <dgm:prSet presAssocID="{268A8981-6A6E-41EA-9F5C-6E7A6BE1B4E9}" presName="circleA" presStyleLbl="node1" presStyleIdx="4" presStyleCnt="9"/>
      <dgm:spPr/>
    </dgm:pt>
    <dgm:pt modelId="{7639CD73-EBF4-460E-8F31-AC28FE25707A}" type="pres">
      <dgm:prSet presAssocID="{268A8981-6A6E-41EA-9F5C-6E7A6BE1B4E9}" presName="spaceA" presStyleCnt="0"/>
      <dgm:spPr/>
    </dgm:pt>
    <dgm:pt modelId="{0E140DA1-3B47-4A04-8FDF-B09B516F9E01}" type="pres">
      <dgm:prSet presAssocID="{CFC87945-A7AA-4666-814D-5B3557316EFC}" presName="space" presStyleCnt="0"/>
      <dgm:spPr/>
    </dgm:pt>
    <dgm:pt modelId="{A7C4DEF4-14A2-48CF-A35F-8D31AAA586E6}" type="pres">
      <dgm:prSet presAssocID="{3F2F1FEF-CECA-453B-84FF-7ABF65ED9E6F}" presName="compositeB" presStyleCnt="0"/>
      <dgm:spPr/>
    </dgm:pt>
    <dgm:pt modelId="{C49637A1-684C-42CF-AF31-2B30D894EF94}" type="pres">
      <dgm:prSet presAssocID="{3F2F1FEF-CECA-453B-84FF-7ABF65ED9E6F}" presName="textB" presStyleLbl="revTx" presStyleIdx="5" presStyleCnt="9">
        <dgm:presLayoutVars>
          <dgm:bulletEnabled val="1"/>
        </dgm:presLayoutVars>
      </dgm:prSet>
      <dgm:spPr/>
    </dgm:pt>
    <dgm:pt modelId="{D6B0B036-DDAB-4DFF-BD21-4C25ACD11D14}" type="pres">
      <dgm:prSet presAssocID="{3F2F1FEF-CECA-453B-84FF-7ABF65ED9E6F}" presName="circleB" presStyleLbl="node1" presStyleIdx="5" presStyleCnt="9"/>
      <dgm:spPr/>
    </dgm:pt>
    <dgm:pt modelId="{499B738D-528E-4A18-AA63-316EAF5497EA}" type="pres">
      <dgm:prSet presAssocID="{3F2F1FEF-CECA-453B-84FF-7ABF65ED9E6F}" presName="spaceB" presStyleCnt="0"/>
      <dgm:spPr/>
    </dgm:pt>
    <dgm:pt modelId="{CE4B4CFC-3888-4AED-979C-7CC2BE9E0EB8}" type="pres">
      <dgm:prSet presAssocID="{CF4AC4BB-C6D1-433E-A29F-6E5BA7339060}" presName="space" presStyleCnt="0"/>
      <dgm:spPr/>
    </dgm:pt>
    <dgm:pt modelId="{3490B56F-87B5-42CF-B586-73323271BD00}" type="pres">
      <dgm:prSet presAssocID="{2BCBFB0E-7BEA-4AC8-BEF1-B00092885E66}" presName="compositeA" presStyleCnt="0"/>
      <dgm:spPr/>
    </dgm:pt>
    <dgm:pt modelId="{C3E16B16-3061-4106-8F83-B5F72EF84F8A}" type="pres">
      <dgm:prSet presAssocID="{2BCBFB0E-7BEA-4AC8-BEF1-B00092885E66}" presName="textA" presStyleLbl="revTx" presStyleIdx="6" presStyleCnt="9">
        <dgm:presLayoutVars>
          <dgm:bulletEnabled val="1"/>
        </dgm:presLayoutVars>
      </dgm:prSet>
      <dgm:spPr/>
    </dgm:pt>
    <dgm:pt modelId="{E07A7B5C-0C8B-40BC-B20C-F0DA69F76F23}" type="pres">
      <dgm:prSet presAssocID="{2BCBFB0E-7BEA-4AC8-BEF1-B00092885E66}" presName="circleA" presStyleLbl="node1" presStyleIdx="6" presStyleCnt="9"/>
      <dgm:spPr/>
    </dgm:pt>
    <dgm:pt modelId="{B7B2433C-7290-4C85-94B7-6BE49E809EDF}" type="pres">
      <dgm:prSet presAssocID="{2BCBFB0E-7BEA-4AC8-BEF1-B00092885E66}" presName="spaceA" presStyleCnt="0"/>
      <dgm:spPr/>
    </dgm:pt>
    <dgm:pt modelId="{ED1DD71F-85E8-42FD-B8A6-DB916EE5E1A5}" type="pres">
      <dgm:prSet presAssocID="{ABFF4861-3CA1-4D9D-9625-A16C8F1CF823}" presName="space" presStyleCnt="0"/>
      <dgm:spPr/>
    </dgm:pt>
    <dgm:pt modelId="{6A2F04C7-39F9-4820-BF73-5354E9257FC7}" type="pres">
      <dgm:prSet presAssocID="{6C8FED90-3074-4EF4-8C83-3B4E4C30D5E8}" presName="compositeB" presStyleCnt="0"/>
      <dgm:spPr/>
    </dgm:pt>
    <dgm:pt modelId="{6239818C-957C-4A57-BF12-2F8126F086D2}" type="pres">
      <dgm:prSet presAssocID="{6C8FED90-3074-4EF4-8C83-3B4E4C30D5E8}" presName="textB" presStyleLbl="revTx" presStyleIdx="7" presStyleCnt="9" custScaleX="144146">
        <dgm:presLayoutVars>
          <dgm:bulletEnabled val="1"/>
        </dgm:presLayoutVars>
      </dgm:prSet>
      <dgm:spPr/>
    </dgm:pt>
    <dgm:pt modelId="{DDE4BA97-3E95-42EE-9594-3A15B03E8860}" type="pres">
      <dgm:prSet presAssocID="{6C8FED90-3074-4EF4-8C83-3B4E4C30D5E8}" presName="circleB" presStyleLbl="node1" presStyleIdx="7" presStyleCnt="9"/>
      <dgm:spPr/>
    </dgm:pt>
    <dgm:pt modelId="{AC47C817-91F8-4DB0-8E2E-F614BF9D2BAB}" type="pres">
      <dgm:prSet presAssocID="{6C8FED90-3074-4EF4-8C83-3B4E4C30D5E8}" presName="spaceB" presStyleCnt="0"/>
      <dgm:spPr/>
    </dgm:pt>
    <dgm:pt modelId="{E981D32C-CB40-4000-8034-D8B0789139E1}" type="pres">
      <dgm:prSet presAssocID="{B336689C-9994-479F-8963-F46F01757FF8}" presName="space" presStyleCnt="0"/>
      <dgm:spPr/>
    </dgm:pt>
    <dgm:pt modelId="{4F3E5584-5CF2-4E35-B651-43B5201E50DF}" type="pres">
      <dgm:prSet presAssocID="{2B3D18D3-BB7E-4BCC-8015-0186675837D8}" presName="compositeA" presStyleCnt="0"/>
      <dgm:spPr/>
    </dgm:pt>
    <dgm:pt modelId="{CB3E2CF4-B3C9-432C-86BF-CA5D179525EF}" type="pres">
      <dgm:prSet presAssocID="{2B3D18D3-BB7E-4BCC-8015-0186675837D8}" presName="textA" presStyleLbl="revTx" presStyleIdx="8" presStyleCnt="9" custScaleX="119141">
        <dgm:presLayoutVars>
          <dgm:bulletEnabled val="1"/>
        </dgm:presLayoutVars>
      </dgm:prSet>
      <dgm:spPr/>
    </dgm:pt>
    <dgm:pt modelId="{50EF8645-DBC6-4B18-AB0B-BEC3F7E3EF3A}" type="pres">
      <dgm:prSet presAssocID="{2B3D18D3-BB7E-4BCC-8015-0186675837D8}" presName="circleA" presStyleLbl="node1" presStyleIdx="8" presStyleCnt="9"/>
      <dgm:spPr/>
    </dgm:pt>
    <dgm:pt modelId="{04517CC8-A988-4434-AC6E-77A00CCF0141}" type="pres">
      <dgm:prSet presAssocID="{2B3D18D3-BB7E-4BCC-8015-0186675837D8}" presName="spaceA" presStyleCnt="0"/>
      <dgm:spPr/>
    </dgm:pt>
  </dgm:ptLst>
  <dgm:cxnLst>
    <dgm:cxn modelId="{89FB0215-B84E-49F1-A36E-1300942ECE3A}" srcId="{9C1C098F-5939-413C-A858-6A5B8EA22846}" destId="{4FB186A9-864C-40AC-9625-EFA1F8E192B0}" srcOrd="1" destOrd="0" parTransId="{11AEA952-8B72-4208-BE1C-5967D02463F2}" sibTransId="{74F598F2-62CA-4CC8-A0AE-79D646436E51}"/>
    <dgm:cxn modelId="{6D29FD27-9FD8-477B-8D08-5A313E6B35B6}" srcId="{9C1C098F-5939-413C-A858-6A5B8EA22846}" destId="{C3ECFCBE-45C3-4E5B-AB4E-4B287EFE863F}" srcOrd="3" destOrd="0" parTransId="{2F70A7C0-4491-4F83-BA92-6975D99ED558}" sibTransId="{C020A33F-DCDE-4D04-9A30-2CD6F83AC82A}"/>
    <dgm:cxn modelId="{F5BCAF36-2CB3-4F38-B95C-9972644692E0}" srcId="{9C1C098F-5939-413C-A858-6A5B8EA22846}" destId="{C337D992-A4B1-4F3C-983E-5EC8E05A1144}" srcOrd="0" destOrd="0" parTransId="{F05551B6-60AC-4230-9C5C-591127B56006}" sibTransId="{1C39F47F-44EF-4842-A130-D5D05B57EF58}"/>
    <dgm:cxn modelId="{BBF0D13D-4687-478D-A90F-8D7825377B43}" type="presOf" srcId="{6C8FED90-3074-4EF4-8C83-3B4E4C30D5E8}" destId="{6239818C-957C-4A57-BF12-2F8126F086D2}" srcOrd="0" destOrd="0" presId="urn:microsoft.com/office/officeart/2005/8/layout/hProcess11"/>
    <dgm:cxn modelId="{AFD52B63-9E94-4268-95E1-3D3BE9AE8439}" type="presOf" srcId="{9C1C098F-5939-413C-A858-6A5B8EA22846}" destId="{2DAD2E7E-9D50-4AEF-8F03-16002C506318}" srcOrd="0" destOrd="0" presId="urn:microsoft.com/office/officeart/2005/8/layout/hProcess11"/>
    <dgm:cxn modelId="{7DF5B346-5CA6-46D5-9EE5-25192483F300}" srcId="{9C1C098F-5939-413C-A858-6A5B8EA22846}" destId="{268A8981-6A6E-41EA-9F5C-6E7A6BE1B4E9}" srcOrd="4" destOrd="0" parTransId="{3EF970DC-87B3-4284-936B-E9D622613913}" sibTransId="{CFC87945-A7AA-4666-814D-5B3557316EFC}"/>
    <dgm:cxn modelId="{F9857467-0635-4FB0-86BF-5EEA31E20F6D}" srcId="{9C1C098F-5939-413C-A858-6A5B8EA22846}" destId="{6C8FED90-3074-4EF4-8C83-3B4E4C30D5E8}" srcOrd="7" destOrd="0" parTransId="{A1FEF2CE-65BD-4FC8-8123-D9ED73498F3C}" sibTransId="{B336689C-9994-479F-8963-F46F01757FF8}"/>
    <dgm:cxn modelId="{6478F047-B114-4CCF-A401-B6663DF0CFCB}" type="presOf" srcId="{4FB186A9-864C-40AC-9625-EFA1F8E192B0}" destId="{255DEB26-71B3-4087-BB79-51C9AED6AF51}" srcOrd="0" destOrd="0" presId="urn:microsoft.com/office/officeart/2005/8/layout/hProcess11"/>
    <dgm:cxn modelId="{F277E34B-E132-4032-8A89-7C63ACE5D7CB}" type="presOf" srcId="{268A8981-6A6E-41EA-9F5C-6E7A6BE1B4E9}" destId="{D5652097-60CA-46A7-B62D-3D2BD5CDF189}" srcOrd="0" destOrd="0" presId="urn:microsoft.com/office/officeart/2005/8/layout/hProcess11"/>
    <dgm:cxn modelId="{BC71654D-5258-4B8E-A7E0-A441973595A5}" type="presOf" srcId="{FCC3C81E-5F05-443B-B537-5074485C2738}" destId="{FDA97952-9C39-4BFA-B7CF-19A804078DDB}" srcOrd="0" destOrd="0" presId="urn:microsoft.com/office/officeart/2005/8/layout/hProcess11"/>
    <dgm:cxn modelId="{04D6AE6E-BC34-4097-A93A-0076C431869E}" srcId="{9C1C098F-5939-413C-A858-6A5B8EA22846}" destId="{2BCBFB0E-7BEA-4AC8-BEF1-B00092885E66}" srcOrd="6" destOrd="0" parTransId="{03E5376F-18AD-40FA-AE7B-C652E2C6C407}" sibTransId="{ABFF4861-3CA1-4D9D-9625-A16C8F1CF823}"/>
    <dgm:cxn modelId="{20FB505A-72E4-418C-81F3-F1F086B61AEB}" type="presOf" srcId="{C337D992-A4B1-4F3C-983E-5EC8E05A1144}" destId="{EDB1BCAF-6974-464E-93D9-BEA67C4035D2}" srcOrd="0" destOrd="0" presId="urn:microsoft.com/office/officeart/2005/8/layout/hProcess11"/>
    <dgm:cxn modelId="{5A902A83-4206-40C1-87A4-E9C89AF6CFD5}" type="presOf" srcId="{2BCBFB0E-7BEA-4AC8-BEF1-B00092885E66}" destId="{C3E16B16-3061-4106-8F83-B5F72EF84F8A}" srcOrd="0" destOrd="0" presId="urn:microsoft.com/office/officeart/2005/8/layout/hProcess11"/>
    <dgm:cxn modelId="{81DC2D86-2AF2-430D-855B-18FC8C5EE097}" type="presOf" srcId="{C3ECFCBE-45C3-4E5B-AB4E-4B287EFE863F}" destId="{4D7A316D-E0BB-48E1-8212-04B374CEF0BA}" srcOrd="0" destOrd="0" presId="urn:microsoft.com/office/officeart/2005/8/layout/hProcess11"/>
    <dgm:cxn modelId="{FF693B86-3E80-4139-95D7-D614325256F1}" srcId="{9C1C098F-5939-413C-A858-6A5B8EA22846}" destId="{3F2F1FEF-CECA-453B-84FF-7ABF65ED9E6F}" srcOrd="5" destOrd="0" parTransId="{39E6F60F-7756-40E9-97A5-94AE39E1CFFF}" sibTransId="{CF4AC4BB-C6D1-433E-A29F-6E5BA7339060}"/>
    <dgm:cxn modelId="{FA1A15B1-57AC-4F25-A2B6-F993B1BF1504}" srcId="{9C1C098F-5939-413C-A858-6A5B8EA22846}" destId="{FCC3C81E-5F05-443B-B537-5074485C2738}" srcOrd="2" destOrd="0" parTransId="{52FCF5C8-D041-41AF-8B8F-F7EB878154A1}" sibTransId="{F43D10F5-491E-4861-BF70-FF2BC243499F}"/>
    <dgm:cxn modelId="{167D9FE2-AB16-440F-A5A3-0118A20685E9}" type="presOf" srcId="{3F2F1FEF-CECA-453B-84FF-7ABF65ED9E6F}" destId="{C49637A1-684C-42CF-AF31-2B30D894EF94}" srcOrd="0" destOrd="0" presId="urn:microsoft.com/office/officeart/2005/8/layout/hProcess11"/>
    <dgm:cxn modelId="{AE0814E5-74E2-4D38-B80B-A8ADD7B1CCC8}" srcId="{9C1C098F-5939-413C-A858-6A5B8EA22846}" destId="{2B3D18D3-BB7E-4BCC-8015-0186675837D8}" srcOrd="8" destOrd="0" parTransId="{B2099EDF-CF37-48F4-B491-F552084691D1}" sibTransId="{33E2CA7A-1143-44AB-AEB9-763E49C59929}"/>
    <dgm:cxn modelId="{102EA8F5-6BC2-4C0F-BCC5-BB0D136D4968}" type="presOf" srcId="{2B3D18D3-BB7E-4BCC-8015-0186675837D8}" destId="{CB3E2CF4-B3C9-432C-86BF-CA5D179525EF}" srcOrd="0" destOrd="0" presId="urn:microsoft.com/office/officeart/2005/8/layout/hProcess11"/>
    <dgm:cxn modelId="{1936666D-F761-4A06-AA42-53D9C358DEB3}" type="presParOf" srcId="{2DAD2E7E-9D50-4AEF-8F03-16002C506318}" destId="{61615C27-1BCD-4E49-93A2-3401F32FBD60}" srcOrd="0" destOrd="0" presId="urn:microsoft.com/office/officeart/2005/8/layout/hProcess11"/>
    <dgm:cxn modelId="{CE5B01BB-7137-4A20-9818-C9AD1E75865B}" type="presParOf" srcId="{2DAD2E7E-9D50-4AEF-8F03-16002C506318}" destId="{D8C00C09-67F1-4347-B9F2-D373DE17D709}" srcOrd="1" destOrd="0" presId="urn:microsoft.com/office/officeart/2005/8/layout/hProcess11"/>
    <dgm:cxn modelId="{5204AA04-2CD4-41E8-8854-92807C9E94BD}" type="presParOf" srcId="{D8C00C09-67F1-4347-B9F2-D373DE17D709}" destId="{DE4DF0CE-9EC1-4CB3-A4D9-31D2DC332046}" srcOrd="0" destOrd="0" presId="urn:microsoft.com/office/officeart/2005/8/layout/hProcess11"/>
    <dgm:cxn modelId="{BC9C69FF-973C-4AA9-ABDE-9E33C5ED3C4D}" type="presParOf" srcId="{DE4DF0CE-9EC1-4CB3-A4D9-31D2DC332046}" destId="{EDB1BCAF-6974-464E-93D9-BEA67C4035D2}" srcOrd="0" destOrd="0" presId="urn:microsoft.com/office/officeart/2005/8/layout/hProcess11"/>
    <dgm:cxn modelId="{1B36D310-7009-4B42-ACC1-6FB40D271797}" type="presParOf" srcId="{DE4DF0CE-9EC1-4CB3-A4D9-31D2DC332046}" destId="{E0F801D2-82EC-4824-99AE-BABB18C29893}" srcOrd="1" destOrd="0" presId="urn:microsoft.com/office/officeart/2005/8/layout/hProcess11"/>
    <dgm:cxn modelId="{13E80972-6DB5-42E7-80CE-9E580E754834}" type="presParOf" srcId="{DE4DF0CE-9EC1-4CB3-A4D9-31D2DC332046}" destId="{0D53D8D0-1DD8-4C50-9106-2DF29924AA50}" srcOrd="2" destOrd="0" presId="urn:microsoft.com/office/officeart/2005/8/layout/hProcess11"/>
    <dgm:cxn modelId="{1AF73396-0A52-4B80-AEAF-3B3A814907EC}" type="presParOf" srcId="{D8C00C09-67F1-4347-B9F2-D373DE17D709}" destId="{32CB86BF-946C-46BF-9D75-45296991ACAF}" srcOrd="1" destOrd="0" presId="urn:microsoft.com/office/officeart/2005/8/layout/hProcess11"/>
    <dgm:cxn modelId="{91C2E347-B62A-49F1-9926-7C8FDDCE3B9C}" type="presParOf" srcId="{D8C00C09-67F1-4347-B9F2-D373DE17D709}" destId="{476B4BA1-8AFE-4C94-A88A-28D281AE5A3B}" srcOrd="2" destOrd="0" presId="urn:microsoft.com/office/officeart/2005/8/layout/hProcess11"/>
    <dgm:cxn modelId="{667B6897-4EE6-41B1-9D45-A2C67C0DFDA4}" type="presParOf" srcId="{476B4BA1-8AFE-4C94-A88A-28D281AE5A3B}" destId="{255DEB26-71B3-4087-BB79-51C9AED6AF51}" srcOrd="0" destOrd="0" presId="urn:microsoft.com/office/officeart/2005/8/layout/hProcess11"/>
    <dgm:cxn modelId="{D9FF283A-B59F-4843-95C3-3F529670492C}" type="presParOf" srcId="{476B4BA1-8AFE-4C94-A88A-28D281AE5A3B}" destId="{0CF3526B-FBCA-4B6D-B18A-6177BBA4669B}" srcOrd="1" destOrd="0" presId="urn:microsoft.com/office/officeart/2005/8/layout/hProcess11"/>
    <dgm:cxn modelId="{E6D02F7E-3041-442E-AA5E-EDDC5D83234B}" type="presParOf" srcId="{476B4BA1-8AFE-4C94-A88A-28D281AE5A3B}" destId="{067FBFEA-05D4-46AC-97FB-69DA597A8EBC}" srcOrd="2" destOrd="0" presId="urn:microsoft.com/office/officeart/2005/8/layout/hProcess11"/>
    <dgm:cxn modelId="{640EDA7D-D0FF-422C-94C1-2A93246E58D4}" type="presParOf" srcId="{D8C00C09-67F1-4347-B9F2-D373DE17D709}" destId="{F1A70FF4-95A5-4BF6-9E75-F199C9067919}" srcOrd="3" destOrd="0" presId="urn:microsoft.com/office/officeart/2005/8/layout/hProcess11"/>
    <dgm:cxn modelId="{7A9E9F43-B975-4C54-B134-E71A778157D7}" type="presParOf" srcId="{D8C00C09-67F1-4347-B9F2-D373DE17D709}" destId="{E23BA30E-6271-4AEC-92D2-0B3E4C7D44C2}" srcOrd="4" destOrd="0" presId="urn:microsoft.com/office/officeart/2005/8/layout/hProcess11"/>
    <dgm:cxn modelId="{2710B812-650B-4D34-B7F8-C84280455B3A}" type="presParOf" srcId="{E23BA30E-6271-4AEC-92D2-0B3E4C7D44C2}" destId="{FDA97952-9C39-4BFA-B7CF-19A804078DDB}" srcOrd="0" destOrd="0" presId="urn:microsoft.com/office/officeart/2005/8/layout/hProcess11"/>
    <dgm:cxn modelId="{54F17DB4-12F3-45C1-8E37-51698D980FA2}" type="presParOf" srcId="{E23BA30E-6271-4AEC-92D2-0B3E4C7D44C2}" destId="{0D3FF8C8-0735-45CA-9C74-07FC5F9407CF}" srcOrd="1" destOrd="0" presId="urn:microsoft.com/office/officeart/2005/8/layout/hProcess11"/>
    <dgm:cxn modelId="{1F25BF25-A8DF-4E95-AE98-D0B786AF9D4C}" type="presParOf" srcId="{E23BA30E-6271-4AEC-92D2-0B3E4C7D44C2}" destId="{6AE761CE-F0E8-4DFB-8C62-5B98A38A3550}" srcOrd="2" destOrd="0" presId="urn:microsoft.com/office/officeart/2005/8/layout/hProcess11"/>
    <dgm:cxn modelId="{4F4B539B-E12B-41E4-A861-FC9E0EBB016E}" type="presParOf" srcId="{D8C00C09-67F1-4347-B9F2-D373DE17D709}" destId="{332B6AD9-F849-453E-9DE0-F19795A319F8}" srcOrd="5" destOrd="0" presId="urn:microsoft.com/office/officeart/2005/8/layout/hProcess11"/>
    <dgm:cxn modelId="{E84A3E1D-BAE2-4EB2-B0EB-C8D556F7B5BB}" type="presParOf" srcId="{D8C00C09-67F1-4347-B9F2-D373DE17D709}" destId="{A77425FD-EFBE-4FAA-945A-3C886F09015E}" srcOrd="6" destOrd="0" presId="urn:microsoft.com/office/officeart/2005/8/layout/hProcess11"/>
    <dgm:cxn modelId="{76ADCF2B-7AB0-45B6-B4B0-BBCD50A62856}" type="presParOf" srcId="{A77425FD-EFBE-4FAA-945A-3C886F09015E}" destId="{4D7A316D-E0BB-48E1-8212-04B374CEF0BA}" srcOrd="0" destOrd="0" presId="urn:microsoft.com/office/officeart/2005/8/layout/hProcess11"/>
    <dgm:cxn modelId="{2EBC22F7-58E5-4803-AB69-59EB8A262A96}" type="presParOf" srcId="{A77425FD-EFBE-4FAA-945A-3C886F09015E}" destId="{82D9E778-8299-4498-9B56-C8494622ACE3}" srcOrd="1" destOrd="0" presId="urn:microsoft.com/office/officeart/2005/8/layout/hProcess11"/>
    <dgm:cxn modelId="{4A00CB0F-D265-499A-B409-63E5A1748B72}" type="presParOf" srcId="{A77425FD-EFBE-4FAA-945A-3C886F09015E}" destId="{B360D456-B945-47F0-93EA-4561DF385381}" srcOrd="2" destOrd="0" presId="urn:microsoft.com/office/officeart/2005/8/layout/hProcess11"/>
    <dgm:cxn modelId="{62366E1A-AF9F-4BC5-9EBF-3FA7913A3BDD}" type="presParOf" srcId="{D8C00C09-67F1-4347-B9F2-D373DE17D709}" destId="{48DC0381-7930-4179-A4E9-BA4C3A918154}" srcOrd="7" destOrd="0" presId="urn:microsoft.com/office/officeart/2005/8/layout/hProcess11"/>
    <dgm:cxn modelId="{B286F62A-AA04-4CB6-A131-9B6C61804DD7}" type="presParOf" srcId="{D8C00C09-67F1-4347-B9F2-D373DE17D709}" destId="{E0B974A7-CADB-4CAA-B1E3-08425372F5F9}" srcOrd="8" destOrd="0" presId="urn:microsoft.com/office/officeart/2005/8/layout/hProcess11"/>
    <dgm:cxn modelId="{D1BC046A-9B6A-4AE0-A9F7-03716074D182}" type="presParOf" srcId="{E0B974A7-CADB-4CAA-B1E3-08425372F5F9}" destId="{D5652097-60CA-46A7-B62D-3D2BD5CDF189}" srcOrd="0" destOrd="0" presId="urn:microsoft.com/office/officeart/2005/8/layout/hProcess11"/>
    <dgm:cxn modelId="{E2D81E6B-C165-4935-A80F-958A0D9156F7}" type="presParOf" srcId="{E0B974A7-CADB-4CAA-B1E3-08425372F5F9}" destId="{69855E1C-D189-46D8-866B-B60217E93F10}" srcOrd="1" destOrd="0" presId="urn:microsoft.com/office/officeart/2005/8/layout/hProcess11"/>
    <dgm:cxn modelId="{C6C22AFD-706B-4518-AFB7-EDE1977237AB}" type="presParOf" srcId="{E0B974A7-CADB-4CAA-B1E3-08425372F5F9}" destId="{7639CD73-EBF4-460E-8F31-AC28FE25707A}" srcOrd="2" destOrd="0" presId="urn:microsoft.com/office/officeart/2005/8/layout/hProcess11"/>
    <dgm:cxn modelId="{C2DEF761-A2BF-469B-BEC4-8D54448FFEC9}" type="presParOf" srcId="{D8C00C09-67F1-4347-B9F2-D373DE17D709}" destId="{0E140DA1-3B47-4A04-8FDF-B09B516F9E01}" srcOrd="9" destOrd="0" presId="urn:microsoft.com/office/officeart/2005/8/layout/hProcess11"/>
    <dgm:cxn modelId="{F6433D48-441B-4484-A75D-4E20085461A6}" type="presParOf" srcId="{D8C00C09-67F1-4347-B9F2-D373DE17D709}" destId="{A7C4DEF4-14A2-48CF-A35F-8D31AAA586E6}" srcOrd="10" destOrd="0" presId="urn:microsoft.com/office/officeart/2005/8/layout/hProcess11"/>
    <dgm:cxn modelId="{02A885B5-1EE5-4E31-9D4B-31B58D74AD3E}" type="presParOf" srcId="{A7C4DEF4-14A2-48CF-A35F-8D31AAA586E6}" destId="{C49637A1-684C-42CF-AF31-2B30D894EF94}" srcOrd="0" destOrd="0" presId="urn:microsoft.com/office/officeart/2005/8/layout/hProcess11"/>
    <dgm:cxn modelId="{1CE49845-26CD-43DB-9286-3C284DE7793D}" type="presParOf" srcId="{A7C4DEF4-14A2-48CF-A35F-8D31AAA586E6}" destId="{D6B0B036-DDAB-4DFF-BD21-4C25ACD11D14}" srcOrd="1" destOrd="0" presId="urn:microsoft.com/office/officeart/2005/8/layout/hProcess11"/>
    <dgm:cxn modelId="{04D521D3-128E-403C-AAD6-B1DE40B637E6}" type="presParOf" srcId="{A7C4DEF4-14A2-48CF-A35F-8D31AAA586E6}" destId="{499B738D-528E-4A18-AA63-316EAF5497EA}" srcOrd="2" destOrd="0" presId="urn:microsoft.com/office/officeart/2005/8/layout/hProcess11"/>
    <dgm:cxn modelId="{959B3089-C2C6-4D3C-A6C6-0833486CC962}" type="presParOf" srcId="{D8C00C09-67F1-4347-B9F2-D373DE17D709}" destId="{CE4B4CFC-3888-4AED-979C-7CC2BE9E0EB8}" srcOrd="11" destOrd="0" presId="urn:microsoft.com/office/officeart/2005/8/layout/hProcess11"/>
    <dgm:cxn modelId="{8FCC253C-84E2-4960-816A-51F00AF0165B}" type="presParOf" srcId="{D8C00C09-67F1-4347-B9F2-D373DE17D709}" destId="{3490B56F-87B5-42CF-B586-73323271BD00}" srcOrd="12" destOrd="0" presId="urn:microsoft.com/office/officeart/2005/8/layout/hProcess11"/>
    <dgm:cxn modelId="{67F15E97-DB09-4004-B718-6273C7C26EBD}" type="presParOf" srcId="{3490B56F-87B5-42CF-B586-73323271BD00}" destId="{C3E16B16-3061-4106-8F83-B5F72EF84F8A}" srcOrd="0" destOrd="0" presId="urn:microsoft.com/office/officeart/2005/8/layout/hProcess11"/>
    <dgm:cxn modelId="{FE4F0481-6602-4609-AC6D-A85CF9BB8FC1}" type="presParOf" srcId="{3490B56F-87B5-42CF-B586-73323271BD00}" destId="{E07A7B5C-0C8B-40BC-B20C-F0DA69F76F23}" srcOrd="1" destOrd="0" presId="urn:microsoft.com/office/officeart/2005/8/layout/hProcess11"/>
    <dgm:cxn modelId="{9695753D-FE73-4D80-B891-36426B071613}" type="presParOf" srcId="{3490B56F-87B5-42CF-B586-73323271BD00}" destId="{B7B2433C-7290-4C85-94B7-6BE49E809EDF}" srcOrd="2" destOrd="0" presId="urn:microsoft.com/office/officeart/2005/8/layout/hProcess11"/>
    <dgm:cxn modelId="{4A8D936B-0C8E-4EE4-B17A-D98EBF29C52A}" type="presParOf" srcId="{D8C00C09-67F1-4347-B9F2-D373DE17D709}" destId="{ED1DD71F-85E8-42FD-B8A6-DB916EE5E1A5}" srcOrd="13" destOrd="0" presId="urn:microsoft.com/office/officeart/2005/8/layout/hProcess11"/>
    <dgm:cxn modelId="{268AA5A2-4DA7-459D-9165-1628AC4484E0}" type="presParOf" srcId="{D8C00C09-67F1-4347-B9F2-D373DE17D709}" destId="{6A2F04C7-39F9-4820-BF73-5354E9257FC7}" srcOrd="14" destOrd="0" presId="urn:microsoft.com/office/officeart/2005/8/layout/hProcess11"/>
    <dgm:cxn modelId="{0F720896-7C7D-42C5-B6CA-7D48EA8048D2}" type="presParOf" srcId="{6A2F04C7-39F9-4820-BF73-5354E9257FC7}" destId="{6239818C-957C-4A57-BF12-2F8126F086D2}" srcOrd="0" destOrd="0" presId="urn:microsoft.com/office/officeart/2005/8/layout/hProcess11"/>
    <dgm:cxn modelId="{84A78729-2893-42A4-B301-1561BF3AAD5F}" type="presParOf" srcId="{6A2F04C7-39F9-4820-BF73-5354E9257FC7}" destId="{DDE4BA97-3E95-42EE-9594-3A15B03E8860}" srcOrd="1" destOrd="0" presId="urn:microsoft.com/office/officeart/2005/8/layout/hProcess11"/>
    <dgm:cxn modelId="{D1F0D4D6-2C6F-42EC-994F-DE91A8CA8282}" type="presParOf" srcId="{6A2F04C7-39F9-4820-BF73-5354E9257FC7}" destId="{AC47C817-91F8-4DB0-8E2E-F614BF9D2BAB}" srcOrd="2" destOrd="0" presId="urn:microsoft.com/office/officeart/2005/8/layout/hProcess11"/>
    <dgm:cxn modelId="{DF921F1A-2C68-4873-9AD1-1B20F96F0BA9}" type="presParOf" srcId="{D8C00C09-67F1-4347-B9F2-D373DE17D709}" destId="{E981D32C-CB40-4000-8034-D8B0789139E1}" srcOrd="15" destOrd="0" presId="urn:microsoft.com/office/officeart/2005/8/layout/hProcess11"/>
    <dgm:cxn modelId="{7C30CF9C-248A-4778-9EBE-C4E0FD5FE239}" type="presParOf" srcId="{D8C00C09-67F1-4347-B9F2-D373DE17D709}" destId="{4F3E5584-5CF2-4E35-B651-43B5201E50DF}" srcOrd="16" destOrd="0" presId="urn:microsoft.com/office/officeart/2005/8/layout/hProcess11"/>
    <dgm:cxn modelId="{F19350A3-6166-4329-92CA-2DDFF7BDBE0B}" type="presParOf" srcId="{4F3E5584-5CF2-4E35-B651-43B5201E50DF}" destId="{CB3E2CF4-B3C9-432C-86BF-CA5D179525EF}" srcOrd="0" destOrd="0" presId="urn:microsoft.com/office/officeart/2005/8/layout/hProcess11"/>
    <dgm:cxn modelId="{9CC70C77-149E-4932-8DA6-6611365B9695}" type="presParOf" srcId="{4F3E5584-5CF2-4E35-B651-43B5201E50DF}" destId="{50EF8645-DBC6-4B18-AB0B-BEC3F7E3EF3A}" srcOrd="1" destOrd="0" presId="urn:microsoft.com/office/officeart/2005/8/layout/hProcess11"/>
    <dgm:cxn modelId="{ABAEC262-4DA6-47FF-AE3C-78EB39A4336E}" type="presParOf" srcId="{4F3E5584-5CF2-4E35-B651-43B5201E50DF}" destId="{04517CC8-A988-4434-AC6E-77A00CCF0141}"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52D3629-179C-4D55-8F16-2AEBFECBBC2C}" type="doc">
      <dgm:prSet loTypeId="urn:microsoft.com/office/officeart/2005/8/layout/matrix1" loCatId="matrix" qsTypeId="urn:microsoft.com/office/officeart/2005/8/quickstyle/simple1" qsCatId="simple" csTypeId="urn:microsoft.com/office/officeart/2005/8/colors/colorful5" csCatId="colorful" phldr="1"/>
      <dgm:spPr/>
      <dgm:t>
        <a:bodyPr/>
        <a:lstStyle/>
        <a:p>
          <a:endParaRPr lang="en-MY"/>
        </a:p>
      </dgm:t>
    </dgm:pt>
    <dgm:pt modelId="{0D760BF5-5044-4D37-9186-C426C82128A0}">
      <dgm:prSet/>
      <dgm:spPr/>
      <dgm:t>
        <a:bodyPr/>
        <a:lstStyle/>
        <a:p>
          <a:r>
            <a:rPr lang="en-MY"/>
            <a:t>Potential Root Causes</a:t>
          </a:r>
        </a:p>
      </dgm:t>
    </dgm:pt>
    <dgm:pt modelId="{0C0B1231-66F4-4B8E-BA39-7FA0B26D9630}" type="parTrans" cxnId="{A39B9ABC-71C4-4117-BA13-9556AE28E2ED}">
      <dgm:prSet/>
      <dgm:spPr/>
      <dgm:t>
        <a:bodyPr/>
        <a:lstStyle/>
        <a:p>
          <a:endParaRPr lang="en-MY"/>
        </a:p>
      </dgm:t>
    </dgm:pt>
    <dgm:pt modelId="{0D44DE83-DAC3-4DFD-82CE-E7AEB2A08971}" type="sibTrans" cxnId="{A39B9ABC-71C4-4117-BA13-9556AE28E2ED}">
      <dgm:prSet/>
      <dgm:spPr/>
      <dgm:t>
        <a:bodyPr/>
        <a:lstStyle/>
        <a:p>
          <a:endParaRPr lang="en-MY"/>
        </a:p>
      </dgm:t>
    </dgm:pt>
    <dgm:pt modelId="{059CE8E2-B111-46EB-9617-A1ACBFDEA77B}">
      <dgm:prSet/>
      <dgm:spPr/>
      <dgm:t>
        <a:bodyPr/>
        <a:lstStyle/>
        <a:p>
          <a:r>
            <a:rPr lang="en-MY" dirty="0"/>
            <a:t>Manual data entry errors during CIF creation in CLS and CCRIS.</a:t>
          </a:r>
        </a:p>
      </dgm:t>
    </dgm:pt>
    <dgm:pt modelId="{31F5219F-985E-4129-BB10-2652C8DF6A8E}" type="parTrans" cxnId="{D37774AF-B715-4F07-ADF7-14AC591807F7}">
      <dgm:prSet/>
      <dgm:spPr/>
      <dgm:t>
        <a:bodyPr/>
        <a:lstStyle/>
        <a:p>
          <a:endParaRPr lang="en-MY"/>
        </a:p>
      </dgm:t>
    </dgm:pt>
    <dgm:pt modelId="{C95A65C1-56B2-43E8-9AED-92E2C5C2F893}" type="sibTrans" cxnId="{D37774AF-B715-4F07-ADF7-14AC591807F7}">
      <dgm:prSet/>
      <dgm:spPr/>
      <dgm:t>
        <a:bodyPr/>
        <a:lstStyle/>
        <a:p>
          <a:endParaRPr lang="en-MY"/>
        </a:p>
      </dgm:t>
    </dgm:pt>
    <dgm:pt modelId="{832A3F25-EB28-446D-86AE-CF0BDECCE0AE}">
      <dgm:prSet/>
      <dgm:spPr/>
      <dgm:t>
        <a:bodyPr/>
        <a:lstStyle/>
        <a:p>
          <a:r>
            <a:rPr lang="en-MY" dirty="0"/>
            <a:t>Insufficient review and validation by Checker prior to CIF approval.</a:t>
          </a:r>
        </a:p>
      </dgm:t>
    </dgm:pt>
    <dgm:pt modelId="{4D416A25-CEAB-48D8-AB25-9C93E9AE6714}" type="parTrans" cxnId="{BDA9B651-83DA-4CBF-BF68-7C55627D2682}">
      <dgm:prSet/>
      <dgm:spPr/>
      <dgm:t>
        <a:bodyPr/>
        <a:lstStyle/>
        <a:p>
          <a:endParaRPr lang="en-MY"/>
        </a:p>
      </dgm:t>
    </dgm:pt>
    <dgm:pt modelId="{7A7A67AC-F13E-4F07-BDB7-691C20422A1A}" type="sibTrans" cxnId="{BDA9B651-83DA-4CBF-BF68-7C55627D2682}">
      <dgm:prSet/>
      <dgm:spPr/>
      <dgm:t>
        <a:bodyPr/>
        <a:lstStyle/>
        <a:p>
          <a:endParaRPr lang="en-MY"/>
        </a:p>
      </dgm:t>
    </dgm:pt>
    <dgm:pt modelId="{B8095294-B337-4B55-96EE-24FAE01F9237}">
      <dgm:prSet/>
      <dgm:spPr/>
      <dgm:t>
        <a:bodyPr/>
        <a:lstStyle/>
        <a:p>
          <a:r>
            <a:rPr lang="en-MY" dirty="0"/>
            <a:t>Incomplete verification of customer, director, shareholder, and guarantor information against source documents.</a:t>
          </a:r>
        </a:p>
      </dgm:t>
    </dgm:pt>
    <dgm:pt modelId="{B72E4984-BA15-473F-9F56-80A53D1BFDB2}" type="parTrans" cxnId="{FB5B0659-6BDF-4FDC-9332-5D6C7976B690}">
      <dgm:prSet/>
      <dgm:spPr/>
      <dgm:t>
        <a:bodyPr/>
        <a:lstStyle/>
        <a:p>
          <a:endParaRPr lang="en-MY"/>
        </a:p>
      </dgm:t>
    </dgm:pt>
    <dgm:pt modelId="{C04B680D-67E7-44E9-9B53-77EA107B15E3}" type="sibTrans" cxnId="{FB5B0659-6BDF-4FDC-9332-5D6C7976B690}">
      <dgm:prSet/>
      <dgm:spPr/>
      <dgm:t>
        <a:bodyPr/>
        <a:lstStyle/>
        <a:p>
          <a:endParaRPr lang="en-MY"/>
        </a:p>
      </dgm:t>
    </dgm:pt>
    <dgm:pt modelId="{D4D24805-38ED-4859-BEC2-893713328883}">
      <dgm:prSet/>
      <dgm:spPr/>
      <dgm:t>
        <a:bodyPr/>
        <a:lstStyle/>
        <a:p>
          <a:r>
            <a:rPr lang="en-MY" dirty="0"/>
            <a:t>Inconsistent adherence to CIF creation procedures and documentation requirements.</a:t>
          </a:r>
        </a:p>
      </dgm:t>
    </dgm:pt>
    <dgm:pt modelId="{B6CD93D0-7DC9-406B-B9DE-794DB18C7396}" type="sibTrans" cxnId="{E8B33E9E-F1C8-4A2E-B03F-26BBEF0C85DD}">
      <dgm:prSet/>
      <dgm:spPr/>
      <dgm:t>
        <a:bodyPr/>
        <a:lstStyle/>
        <a:p>
          <a:endParaRPr lang="en-MY"/>
        </a:p>
      </dgm:t>
    </dgm:pt>
    <dgm:pt modelId="{D912F74B-2B02-4E5D-9DDC-3A3061A2035E}" type="parTrans" cxnId="{E8B33E9E-F1C8-4A2E-B03F-26BBEF0C85DD}">
      <dgm:prSet/>
      <dgm:spPr/>
      <dgm:t>
        <a:bodyPr/>
        <a:lstStyle/>
        <a:p>
          <a:endParaRPr lang="en-MY"/>
        </a:p>
      </dgm:t>
    </dgm:pt>
    <dgm:pt modelId="{B6B12C21-072B-44F0-9D9C-E00279E253EA}" type="pres">
      <dgm:prSet presAssocID="{752D3629-179C-4D55-8F16-2AEBFECBBC2C}" presName="diagram" presStyleCnt="0">
        <dgm:presLayoutVars>
          <dgm:chMax val="1"/>
          <dgm:dir/>
          <dgm:animLvl val="ctr"/>
          <dgm:resizeHandles val="exact"/>
        </dgm:presLayoutVars>
      </dgm:prSet>
      <dgm:spPr/>
    </dgm:pt>
    <dgm:pt modelId="{5A9BD0D9-7198-4620-A203-4A6F9FB4C53D}" type="pres">
      <dgm:prSet presAssocID="{752D3629-179C-4D55-8F16-2AEBFECBBC2C}" presName="matrix" presStyleCnt="0"/>
      <dgm:spPr/>
    </dgm:pt>
    <dgm:pt modelId="{772DE784-1F79-4A66-BB92-2034ABF7F9B9}" type="pres">
      <dgm:prSet presAssocID="{752D3629-179C-4D55-8F16-2AEBFECBBC2C}" presName="tile1" presStyleLbl="node1" presStyleIdx="0" presStyleCnt="4"/>
      <dgm:spPr/>
    </dgm:pt>
    <dgm:pt modelId="{3F17C94D-4C7C-4410-B332-5FC75162EAF5}" type="pres">
      <dgm:prSet presAssocID="{752D3629-179C-4D55-8F16-2AEBFECBBC2C}" presName="tile1text" presStyleLbl="node1" presStyleIdx="0" presStyleCnt="4">
        <dgm:presLayoutVars>
          <dgm:chMax val="0"/>
          <dgm:chPref val="0"/>
          <dgm:bulletEnabled val="1"/>
        </dgm:presLayoutVars>
      </dgm:prSet>
      <dgm:spPr/>
    </dgm:pt>
    <dgm:pt modelId="{121B5F43-422A-4FF8-8311-2062B56DBACE}" type="pres">
      <dgm:prSet presAssocID="{752D3629-179C-4D55-8F16-2AEBFECBBC2C}" presName="tile2" presStyleLbl="node1" presStyleIdx="1" presStyleCnt="4"/>
      <dgm:spPr/>
    </dgm:pt>
    <dgm:pt modelId="{14514048-175B-43D2-84F8-F01CCD41EBDD}" type="pres">
      <dgm:prSet presAssocID="{752D3629-179C-4D55-8F16-2AEBFECBBC2C}" presName="tile2text" presStyleLbl="node1" presStyleIdx="1" presStyleCnt="4">
        <dgm:presLayoutVars>
          <dgm:chMax val="0"/>
          <dgm:chPref val="0"/>
          <dgm:bulletEnabled val="1"/>
        </dgm:presLayoutVars>
      </dgm:prSet>
      <dgm:spPr/>
    </dgm:pt>
    <dgm:pt modelId="{9F9EC9F6-5556-469A-810E-EAA50EEA6FEF}" type="pres">
      <dgm:prSet presAssocID="{752D3629-179C-4D55-8F16-2AEBFECBBC2C}" presName="tile3" presStyleLbl="node1" presStyleIdx="2" presStyleCnt="4"/>
      <dgm:spPr/>
    </dgm:pt>
    <dgm:pt modelId="{A7397791-89DE-485D-A386-B4D4DA89E6D0}" type="pres">
      <dgm:prSet presAssocID="{752D3629-179C-4D55-8F16-2AEBFECBBC2C}" presName="tile3text" presStyleLbl="node1" presStyleIdx="2" presStyleCnt="4">
        <dgm:presLayoutVars>
          <dgm:chMax val="0"/>
          <dgm:chPref val="0"/>
          <dgm:bulletEnabled val="1"/>
        </dgm:presLayoutVars>
      </dgm:prSet>
      <dgm:spPr/>
    </dgm:pt>
    <dgm:pt modelId="{F77E2605-3700-45B3-A537-D1DE3A46B6ED}" type="pres">
      <dgm:prSet presAssocID="{752D3629-179C-4D55-8F16-2AEBFECBBC2C}" presName="tile4" presStyleLbl="node1" presStyleIdx="3" presStyleCnt="4"/>
      <dgm:spPr/>
    </dgm:pt>
    <dgm:pt modelId="{31741CF9-E248-4F95-B8BD-4BC3A66B149E}" type="pres">
      <dgm:prSet presAssocID="{752D3629-179C-4D55-8F16-2AEBFECBBC2C}" presName="tile4text" presStyleLbl="node1" presStyleIdx="3" presStyleCnt="4">
        <dgm:presLayoutVars>
          <dgm:chMax val="0"/>
          <dgm:chPref val="0"/>
          <dgm:bulletEnabled val="1"/>
        </dgm:presLayoutVars>
      </dgm:prSet>
      <dgm:spPr/>
    </dgm:pt>
    <dgm:pt modelId="{24CEFB32-19B9-4E18-A2CA-7B459890F3F7}" type="pres">
      <dgm:prSet presAssocID="{752D3629-179C-4D55-8F16-2AEBFECBBC2C}" presName="centerTile" presStyleLbl="fgShp" presStyleIdx="0" presStyleCnt="1">
        <dgm:presLayoutVars>
          <dgm:chMax val="0"/>
          <dgm:chPref val="0"/>
        </dgm:presLayoutVars>
      </dgm:prSet>
      <dgm:spPr/>
    </dgm:pt>
  </dgm:ptLst>
  <dgm:cxnLst>
    <dgm:cxn modelId="{25CE8124-85D1-4B84-AF05-E07C05B27C58}" type="presOf" srcId="{832A3F25-EB28-446D-86AE-CF0BDECCE0AE}" destId="{A7397791-89DE-485D-A386-B4D4DA89E6D0}" srcOrd="1" destOrd="0" presId="urn:microsoft.com/office/officeart/2005/8/layout/matrix1"/>
    <dgm:cxn modelId="{F7A9062A-617E-4BD2-AD63-1BEA50E5529E}" type="presOf" srcId="{B8095294-B337-4B55-96EE-24FAE01F9237}" destId="{F77E2605-3700-45B3-A537-D1DE3A46B6ED}" srcOrd="0" destOrd="0" presId="urn:microsoft.com/office/officeart/2005/8/layout/matrix1"/>
    <dgm:cxn modelId="{B8456041-92CA-4545-ABD7-D273FE2E0DE2}" type="presOf" srcId="{0D760BF5-5044-4D37-9186-C426C82128A0}" destId="{24CEFB32-19B9-4E18-A2CA-7B459890F3F7}" srcOrd="0" destOrd="0" presId="urn:microsoft.com/office/officeart/2005/8/layout/matrix1"/>
    <dgm:cxn modelId="{1D9FDE48-4F9B-4DB4-A28E-152C9AE9FE39}" type="presOf" srcId="{059CE8E2-B111-46EB-9617-A1ACBFDEA77B}" destId="{772DE784-1F79-4A66-BB92-2034ABF7F9B9}" srcOrd="0" destOrd="0" presId="urn:microsoft.com/office/officeart/2005/8/layout/matrix1"/>
    <dgm:cxn modelId="{BDA9B651-83DA-4CBF-BF68-7C55627D2682}" srcId="{0D760BF5-5044-4D37-9186-C426C82128A0}" destId="{832A3F25-EB28-446D-86AE-CF0BDECCE0AE}" srcOrd="2" destOrd="0" parTransId="{4D416A25-CEAB-48D8-AB25-9C93E9AE6714}" sibTransId="{7A7A67AC-F13E-4F07-BDB7-691C20422A1A}"/>
    <dgm:cxn modelId="{EC7EDC53-AD83-4F60-9083-789191DAC462}" type="presOf" srcId="{752D3629-179C-4D55-8F16-2AEBFECBBC2C}" destId="{B6B12C21-072B-44F0-9D9C-E00279E253EA}" srcOrd="0" destOrd="0" presId="urn:microsoft.com/office/officeart/2005/8/layout/matrix1"/>
    <dgm:cxn modelId="{FB5B0659-6BDF-4FDC-9332-5D6C7976B690}" srcId="{0D760BF5-5044-4D37-9186-C426C82128A0}" destId="{B8095294-B337-4B55-96EE-24FAE01F9237}" srcOrd="3" destOrd="0" parTransId="{B72E4984-BA15-473F-9F56-80A53D1BFDB2}" sibTransId="{C04B680D-67E7-44E9-9B53-77EA107B15E3}"/>
    <dgm:cxn modelId="{74AEB47E-0B3B-4BCF-A27B-ADD5D32E30B7}" type="presOf" srcId="{D4D24805-38ED-4859-BEC2-893713328883}" destId="{121B5F43-422A-4FF8-8311-2062B56DBACE}" srcOrd="0" destOrd="0" presId="urn:microsoft.com/office/officeart/2005/8/layout/matrix1"/>
    <dgm:cxn modelId="{E8B33E9E-F1C8-4A2E-B03F-26BBEF0C85DD}" srcId="{0D760BF5-5044-4D37-9186-C426C82128A0}" destId="{D4D24805-38ED-4859-BEC2-893713328883}" srcOrd="1" destOrd="0" parTransId="{D912F74B-2B02-4E5D-9DDC-3A3061A2035E}" sibTransId="{B6CD93D0-7DC9-406B-B9DE-794DB18C7396}"/>
    <dgm:cxn modelId="{D37774AF-B715-4F07-ADF7-14AC591807F7}" srcId="{0D760BF5-5044-4D37-9186-C426C82128A0}" destId="{059CE8E2-B111-46EB-9617-A1ACBFDEA77B}" srcOrd="0" destOrd="0" parTransId="{31F5219F-985E-4129-BB10-2652C8DF6A8E}" sibTransId="{C95A65C1-56B2-43E8-9AED-92E2C5C2F893}"/>
    <dgm:cxn modelId="{6DE2C7B4-1F97-49DD-B145-9C5A9A232C20}" type="presOf" srcId="{D4D24805-38ED-4859-BEC2-893713328883}" destId="{14514048-175B-43D2-84F8-F01CCD41EBDD}" srcOrd="1" destOrd="0" presId="urn:microsoft.com/office/officeart/2005/8/layout/matrix1"/>
    <dgm:cxn modelId="{A39B9ABC-71C4-4117-BA13-9556AE28E2ED}" srcId="{752D3629-179C-4D55-8F16-2AEBFECBBC2C}" destId="{0D760BF5-5044-4D37-9186-C426C82128A0}" srcOrd="0" destOrd="0" parTransId="{0C0B1231-66F4-4B8E-BA39-7FA0B26D9630}" sibTransId="{0D44DE83-DAC3-4DFD-82CE-E7AEB2A08971}"/>
    <dgm:cxn modelId="{EE3CE6CC-5DAB-4356-8F9A-DE9C02769612}" type="presOf" srcId="{832A3F25-EB28-446D-86AE-CF0BDECCE0AE}" destId="{9F9EC9F6-5556-469A-810E-EAA50EEA6FEF}" srcOrd="0" destOrd="0" presId="urn:microsoft.com/office/officeart/2005/8/layout/matrix1"/>
    <dgm:cxn modelId="{F5A89BD8-2918-4815-9A27-F4959FE9644C}" type="presOf" srcId="{059CE8E2-B111-46EB-9617-A1ACBFDEA77B}" destId="{3F17C94D-4C7C-4410-B332-5FC75162EAF5}" srcOrd="1" destOrd="0" presId="urn:microsoft.com/office/officeart/2005/8/layout/matrix1"/>
    <dgm:cxn modelId="{51A87CD9-2132-4BBD-A84B-F915F2631F62}" type="presOf" srcId="{B8095294-B337-4B55-96EE-24FAE01F9237}" destId="{31741CF9-E248-4F95-B8BD-4BC3A66B149E}" srcOrd="1" destOrd="0" presId="urn:microsoft.com/office/officeart/2005/8/layout/matrix1"/>
    <dgm:cxn modelId="{FA601B13-C37F-4A1E-AF58-8275B535E6E3}" type="presParOf" srcId="{B6B12C21-072B-44F0-9D9C-E00279E253EA}" destId="{5A9BD0D9-7198-4620-A203-4A6F9FB4C53D}" srcOrd="0" destOrd="0" presId="urn:microsoft.com/office/officeart/2005/8/layout/matrix1"/>
    <dgm:cxn modelId="{844BF8AF-5315-4EF2-B311-B24335B14BE5}" type="presParOf" srcId="{5A9BD0D9-7198-4620-A203-4A6F9FB4C53D}" destId="{772DE784-1F79-4A66-BB92-2034ABF7F9B9}" srcOrd="0" destOrd="0" presId="urn:microsoft.com/office/officeart/2005/8/layout/matrix1"/>
    <dgm:cxn modelId="{BF6E64EC-6AED-44B5-B6DD-7CA399E35458}" type="presParOf" srcId="{5A9BD0D9-7198-4620-A203-4A6F9FB4C53D}" destId="{3F17C94D-4C7C-4410-B332-5FC75162EAF5}" srcOrd="1" destOrd="0" presId="urn:microsoft.com/office/officeart/2005/8/layout/matrix1"/>
    <dgm:cxn modelId="{D42BDF86-2786-4485-A5B5-F156CE9AF02C}" type="presParOf" srcId="{5A9BD0D9-7198-4620-A203-4A6F9FB4C53D}" destId="{121B5F43-422A-4FF8-8311-2062B56DBACE}" srcOrd="2" destOrd="0" presId="urn:microsoft.com/office/officeart/2005/8/layout/matrix1"/>
    <dgm:cxn modelId="{C8CD7150-16DE-4ED6-A95E-5376353F9D9F}" type="presParOf" srcId="{5A9BD0D9-7198-4620-A203-4A6F9FB4C53D}" destId="{14514048-175B-43D2-84F8-F01CCD41EBDD}" srcOrd="3" destOrd="0" presId="urn:microsoft.com/office/officeart/2005/8/layout/matrix1"/>
    <dgm:cxn modelId="{DE508B3D-4645-4901-8F3F-C603BC0E2307}" type="presParOf" srcId="{5A9BD0D9-7198-4620-A203-4A6F9FB4C53D}" destId="{9F9EC9F6-5556-469A-810E-EAA50EEA6FEF}" srcOrd="4" destOrd="0" presId="urn:microsoft.com/office/officeart/2005/8/layout/matrix1"/>
    <dgm:cxn modelId="{DB3D4343-0F0D-484B-A21E-825263062BE0}" type="presParOf" srcId="{5A9BD0D9-7198-4620-A203-4A6F9FB4C53D}" destId="{A7397791-89DE-485D-A386-B4D4DA89E6D0}" srcOrd="5" destOrd="0" presId="urn:microsoft.com/office/officeart/2005/8/layout/matrix1"/>
    <dgm:cxn modelId="{9A08005A-729A-4081-9545-36450C6F2EF0}" type="presParOf" srcId="{5A9BD0D9-7198-4620-A203-4A6F9FB4C53D}" destId="{F77E2605-3700-45B3-A537-D1DE3A46B6ED}" srcOrd="6" destOrd="0" presId="urn:microsoft.com/office/officeart/2005/8/layout/matrix1"/>
    <dgm:cxn modelId="{C7E66271-5E00-4936-B06D-C3592249E773}" type="presParOf" srcId="{5A9BD0D9-7198-4620-A203-4A6F9FB4C53D}" destId="{31741CF9-E248-4F95-B8BD-4BC3A66B149E}" srcOrd="7" destOrd="0" presId="urn:microsoft.com/office/officeart/2005/8/layout/matrix1"/>
    <dgm:cxn modelId="{51E90BCC-7119-4AEC-B946-3462EF8FF2D7}" type="presParOf" srcId="{B6B12C21-072B-44F0-9D9C-E00279E253EA}" destId="{24CEFB32-19B9-4E18-A2CA-7B459890F3F7}" srcOrd="1" destOrd="0" presId="urn:microsoft.com/office/officeart/2005/8/layout/matrix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AC3C1A1-904D-4526-A600-1F0314A0BE27}" type="doc">
      <dgm:prSet loTypeId="urn:microsoft.com/office/officeart/2009/3/layout/CircleRelationship" loCatId="relationship" qsTypeId="urn:microsoft.com/office/officeart/2005/8/quickstyle/simple5" qsCatId="simple" csTypeId="urn:microsoft.com/office/officeart/2005/8/colors/colorful1" csCatId="colorful" phldr="1"/>
      <dgm:spPr/>
      <dgm:t>
        <a:bodyPr/>
        <a:lstStyle/>
        <a:p>
          <a:endParaRPr lang="en-MY"/>
        </a:p>
      </dgm:t>
    </dgm:pt>
    <dgm:pt modelId="{A9395A3D-55C6-4EAA-92C2-C2AC7C8926EA}">
      <dgm:prSet/>
      <dgm:spPr/>
      <dgm:t>
        <a:bodyPr/>
        <a:lstStyle/>
        <a:p>
          <a:r>
            <a:rPr lang="en-MY" dirty="0"/>
            <a:t>Demonstrate the feasibility of using AI to strengthen CIF creation review controls by validating information entered into CLS and CCRIS against supporting documents, identifying data inaccuracies, highlighting control exceptions, and supporting KCT testing activities.</a:t>
          </a:r>
        </a:p>
      </dgm:t>
    </dgm:pt>
    <dgm:pt modelId="{E815B3CD-4C60-4D77-A5BB-1CDE16C1F24F}" type="parTrans" cxnId="{B6DF08F1-70B6-435D-B6D6-220F715961F3}">
      <dgm:prSet/>
      <dgm:spPr/>
      <dgm:t>
        <a:bodyPr/>
        <a:lstStyle/>
        <a:p>
          <a:endParaRPr lang="en-MY"/>
        </a:p>
      </dgm:t>
    </dgm:pt>
    <dgm:pt modelId="{23F155D0-87FB-4820-9863-0A7E0D1E789D}" type="sibTrans" cxnId="{B6DF08F1-70B6-435D-B6D6-220F715961F3}">
      <dgm:prSet/>
      <dgm:spPr/>
      <dgm:t>
        <a:bodyPr/>
        <a:lstStyle/>
        <a:p>
          <a:endParaRPr lang="en-MY"/>
        </a:p>
      </dgm:t>
    </dgm:pt>
    <dgm:pt modelId="{10A33664-F13A-4CDB-BA4D-A919907A3E4C}" type="pres">
      <dgm:prSet presAssocID="{EAC3C1A1-904D-4526-A600-1F0314A0BE27}" presName="Name0" presStyleCnt="0">
        <dgm:presLayoutVars>
          <dgm:chMax val="1"/>
          <dgm:chPref val="1"/>
        </dgm:presLayoutVars>
      </dgm:prSet>
      <dgm:spPr/>
    </dgm:pt>
    <dgm:pt modelId="{C9A35CE0-F453-483E-A37A-180F178DDE74}" type="pres">
      <dgm:prSet presAssocID="{A9395A3D-55C6-4EAA-92C2-C2AC7C8926EA}" presName="Parent" presStyleLbl="node0" presStyleIdx="0" presStyleCnt="1">
        <dgm:presLayoutVars>
          <dgm:chMax val="5"/>
          <dgm:chPref val="5"/>
        </dgm:presLayoutVars>
      </dgm:prSet>
      <dgm:spPr/>
    </dgm:pt>
    <dgm:pt modelId="{05083B11-6A52-4F2A-8052-095672B4F45F}" type="pres">
      <dgm:prSet presAssocID="{A9395A3D-55C6-4EAA-92C2-C2AC7C8926EA}" presName="Accent1" presStyleLbl="node1" presStyleIdx="0" presStyleCnt="6"/>
      <dgm:spPr/>
    </dgm:pt>
    <dgm:pt modelId="{141F8071-33DF-4EEF-9781-DA5D5161D6FE}" type="pres">
      <dgm:prSet presAssocID="{A9395A3D-55C6-4EAA-92C2-C2AC7C8926EA}" presName="Accent2" presStyleLbl="node1" presStyleIdx="1" presStyleCnt="6"/>
      <dgm:spPr/>
    </dgm:pt>
    <dgm:pt modelId="{C3C5D5DF-DD4C-4D20-AE6C-81C409A66C3F}" type="pres">
      <dgm:prSet presAssocID="{A9395A3D-55C6-4EAA-92C2-C2AC7C8926EA}" presName="Accent3" presStyleLbl="node1" presStyleIdx="2" presStyleCnt="6"/>
      <dgm:spPr/>
    </dgm:pt>
    <dgm:pt modelId="{C180D401-FF7D-456A-A568-B0EC50B5DC83}" type="pres">
      <dgm:prSet presAssocID="{A9395A3D-55C6-4EAA-92C2-C2AC7C8926EA}" presName="Accent4" presStyleLbl="node1" presStyleIdx="3" presStyleCnt="6"/>
      <dgm:spPr/>
    </dgm:pt>
    <dgm:pt modelId="{43DA0F5A-026C-4176-A307-24E697AFCB4F}" type="pres">
      <dgm:prSet presAssocID="{A9395A3D-55C6-4EAA-92C2-C2AC7C8926EA}" presName="Accent5" presStyleLbl="node1" presStyleIdx="4" presStyleCnt="6"/>
      <dgm:spPr/>
    </dgm:pt>
    <dgm:pt modelId="{87462492-9D8D-4D2E-A3AE-FF78A8F479A0}" type="pres">
      <dgm:prSet presAssocID="{A9395A3D-55C6-4EAA-92C2-C2AC7C8926EA}" presName="Accent6" presStyleLbl="node1" presStyleIdx="5" presStyleCnt="6"/>
      <dgm:spPr/>
    </dgm:pt>
  </dgm:ptLst>
  <dgm:cxnLst>
    <dgm:cxn modelId="{9957B20D-7F08-4188-BDF9-ADCE6C804368}" type="presOf" srcId="{A9395A3D-55C6-4EAA-92C2-C2AC7C8926EA}" destId="{C9A35CE0-F453-483E-A37A-180F178DDE74}" srcOrd="0" destOrd="0" presId="urn:microsoft.com/office/officeart/2009/3/layout/CircleRelationship"/>
    <dgm:cxn modelId="{BCD2B21C-8419-4396-A846-476E1D2CF2AF}" type="presOf" srcId="{EAC3C1A1-904D-4526-A600-1F0314A0BE27}" destId="{10A33664-F13A-4CDB-BA4D-A919907A3E4C}" srcOrd="0" destOrd="0" presId="urn:microsoft.com/office/officeart/2009/3/layout/CircleRelationship"/>
    <dgm:cxn modelId="{B6DF08F1-70B6-435D-B6D6-220F715961F3}" srcId="{EAC3C1A1-904D-4526-A600-1F0314A0BE27}" destId="{A9395A3D-55C6-4EAA-92C2-C2AC7C8926EA}" srcOrd="0" destOrd="0" parTransId="{E815B3CD-4C60-4D77-A5BB-1CDE16C1F24F}" sibTransId="{23F155D0-87FB-4820-9863-0A7E0D1E789D}"/>
    <dgm:cxn modelId="{2233BAA5-672E-45EC-B2ED-A6B5C5C69EAE}" type="presParOf" srcId="{10A33664-F13A-4CDB-BA4D-A919907A3E4C}" destId="{C9A35CE0-F453-483E-A37A-180F178DDE74}" srcOrd="0" destOrd="0" presId="urn:microsoft.com/office/officeart/2009/3/layout/CircleRelationship"/>
    <dgm:cxn modelId="{56C9EA55-44BC-44CE-B91D-D58492BC845F}" type="presParOf" srcId="{10A33664-F13A-4CDB-BA4D-A919907A3E4C}" destId="{05083B11-6A52-4F2A-8052-095672B4F45F}" srcOrd="1" destOrd="0" presId="urn:microsoft.com/office/officeart/2009/3/layout/CircleRelationship"/>
    <dgm:cxn modelId="{ED0C7299-A9FB-4ACA-8D3D-76F7BC943841}" type="presParOf" srcId="{10A33664-F13A-4CDB-BA4D-A919907A3E4C}" destId="{141F8071-33DF-4EEF-9781-DA5D5161D6FE}" srcOrd="2" destOrd="0" presId="urn:microsoft.com/office/officeart/2009/3/layout/CircleRelationship"/>
    <dgm:cxn modelId="{5DE3AF1F-D1D7-497D-96FA-C276EE4183B6}" type="presParOf" srcId="{10A33664-F13A-4CDB-BA4D-A919907A3E4C}" destId="{C3C5D5DF-DD4C-4D20-AE6C-81C409A66C3F}" srcOrd="3" destOrd="0" presId="urn:microsoft.com/office/officeart/2009/3/layout/CircleRelationship"/>
    <dgm:cxn modelId="{92823AD7-020C-4B26-AC0E-06A33A723B5A}" type="presParOf" srcId="{10A33664-F13A-4CDB-BA4D-A919907A3E4C}" destId="{C180D401-FF7D-456A-A568-B0EC50B5DC83}" srcOrd="4" destOrd="0" presId="urn:microsoft.com/office/officeart/2009/3/layout/CircleRelationship"/>
    <dgm:cxn modelId="{54A8D0F0-7D7B-4939-88F7-5ECBDAE0C3A2}" type="presParOf" srcId="{10A33664-F13A-4CDB-BA4D-A919907A3E4C}" destId="{43DA0F5A-026C-4176-A307-24E697AFCB4F}" srcOrd="5" destOrd="0" presId="urn:microsoft.com/office/officeart/2009/3/layout/CircleRelationship"/>
    <dgm:cxn modelId="{405E1B30-E02F-4F7B-80DE-86A3148C1BDA}" type="presParOf" srcId="{10A33664-F13A-4CDB-BA4D-A919907A3E4C}" destId="{87462492-9D8D-4D2E-A3AE-FF78A8F479A0}" srcOrd="6" destOrd="0" presId="urn:microsoft.com/office/officeart/2009/3/layout/CircleRelationship"/>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542F22B-88B1-4081-BFAD-5E788E6967B5}" type="doc">
      <dgm:prSet loTypeId="urn:microsoft.com/office/officeart/2005/8/layout/venn1" loCatId="relationship" qsTypeId="urn:microsoft.com/office/officeart/2005/8/quickstyle/simple1" qsCatId="simple" csTypeId="urn:microsoft.com/office/officeart/2005/8/colors/colorful2" csCatId="colorful" phldr="1"/>
      <dgm:spPr/>
      <dgm:t>
        <a:bodyPr/>
        <a:lstStyle/>
        <a:p>
          <a:endParaRPr lang="en-MY"/>
        </a:p>
      </dgm:t>
    </dgm:pt>
    <dgm:pt modelId="{0DECA943-C556-413F-868B-A692E74E1D14}">
      <dgm:prSet/>
      <dgm:spPr/>
      <dgm:t>
        <a:bodyPr/>
        <a:lstStyle/>
        <a:p>
          <a:r>
            <a:rPr lang="en-MY" b="1" dirty="0"/>
            <a:t>KCT-00001</a:t>
          </a:r>
          <a:r>
            <a:rPr lang="en-MY" dirty="0"/>
            <a:t>	</a:t>
          </a:r>
        </a:p>
        <a:p>
          <a:r>
            <a:rPr lang="en-MY" dirty="0"/>
            <a:t>Data Accuracy - Incorrect Customer Name</a:t>
          </a:r>
        </a:p>
      </dgm:t>
    </dgm:pt>
    <dgm:pt modelId="{22D32037-1AA7-415A-9F4F-50A5C3906840}" type="parTrans" cxnId="{441B1AFA-57F4-406B-8244-359EF86895AD}">
      <dgm:prSet/>
      <dgm:spPr/>
      <dgm:t>
        <a:bodyPr/>
        <a:lstStyle/>
        <a:p>
          <a:endParaRPr lang="en-MY"/>
        </a:p>
      </dgm:t>
    </dgm:pt>
    <dgm:pt modelId="{EFC710CF-BB10-4BD6-B1B4-3C1424D8D8DA}" type="sibTrans" cxnId="{441B1AFA-57F4-406B-8244-359EF86895AD}">
      <dgm:prSet/>
      <dgm:spPr/>
      <dgm:t>
        <a:bodyPr/>
        <a:lstStyle/>
        <a:p>
          <a:endParaRPr lang="en-MY"/>
        </a:p>
      </dgm:t>
    </dgm:pt>
    <dgm:pt modelId="{A9CC3529-A9A9-4430-89A1-0D272F0D5C38}">
      <dgm:prSet/>
      <dgm:spPr/>
      <dgm:t>
        <a:bodyPr/>
        <a:lstStyle/>
        <a:p>
          <a:r>
            <a:rPr lang="en-MY" b="1" dirty="0"/>
            <a:t>KCT-00002</a:t>
          </a:r>
          <a:r>
            <a:rPr lang="en-MY" dirty="0"/>
            <a:t>	</a:t>
          </a:r>
        </a:p>
        <a:p>
          <a:r>
            <a:rPr lang="en-MY" dirty="0"/>
            <a:t>Data Accuracy - Incorrect Registration Number</a:t>
          </a:r>
        </a:p>
      </dgm:t>
    </dgm:pt>
    <dgm:pt modelId="{64BBF16C-4985-4127-BF99-4CDBEE0FC6F1}" type="parTrans" cxnId="{76BD1EEB-9981-475B-897A-7AC94ED8F567}">
      <dgm:prSet/>
      <dgm:spPr/>
      <dgm:t>
        <a:bodyPr/>
        <a:lstStyle/>
        <a:p>
          <a:endParaRPr lang="en-MY"/>
        </a:p>
      </dgm:t>
    </dgm:pt>
    <dgm:pt modelId="{90090FC5-39DA-4657-986B-4C76226078E8}" type="sibTrans" cxnId="{76BD1EEB-9981-475B-897A-7AC94ED8F567}">
      <dgm:prSet/>
      <dgm:spPr/>
      <dgm:t>
        <a:bodyPr/>
        <a:lstStyle/>
        <a:p>
          <a:endParaRPr lang="en-MY"/>
        </a:p>
      </dgm:t>
    </dgm:pt>
    <dgm:pt modelId="{CF3E52CD-97F1-4997-9855-B87607E1AC27}">
      <dgm:prSet/>
      <dgm:spPr/>
      <dgm:t>
        <a:bodyPr/>
        <a:lstStyle/>
        <a:p>
          <a:r>
            <a:rPr lang="en-MY" b="1" dirty="0"/>
            <a:t>KCT-00003</a:t>
          </a:r>
          <a:r>
            <a:rPr lang="en-MY" dirty="0"/>
            <a:t>	</a:t>
          </a:r>
        </a:p>
        <a:p>
          <a:r>
            <a:rPr lang="en-MY" dirty="0"/>
            <a:t>Data Accuracy - Incorrect Registered Address</a:t>
          </a:r>
        </a:p>
      </dgm:t>
    </dgm:pt>
    <dgm:pt modelId="{16C0C6DB-5543-4F0F-B0B4-A2DE076A8A1F}" type="parTrans" cxnId="{1B1DFD53-B249-4F70-9A02-2E6776CE863F}">
      <dgm:prSet/>
      <dgm:spPr/>
      <dgm:t>
        <a:bodyPr/>
        <a:lstStyle/>
        <a:p>
          <a:endParaRPr lang="en-MY"/>
        </a:p>
      </dgm:t>
    </dgm:pt>
    <dgm:pt modelId="{21B49935-B60B-4225-BEF0-B6A51499BA53}" type="sibTrans" cxnId="{1B1DFD53-B249-4F70-9A02-2E6776CE863F}">
      <dgm:prSet/>
      <dgm:spPr/>
      <dgm:t>
        <a:bodyPr/>
        <a:lstStyle/>
        <a:p>
          <a:endParaRPr lang="en-MY"/>
        </a:p>
      </dgm:t>
    </dgm:pt>
    <dgm:pt modelId="{DB612535-AB19-4AC5-AA39-4B4AEA01220C}">
      <dgm:prSet/>
      <dgm:spPr/>
      <dgm:t>
        <a:bodyPr/>
        <a:lstStyle/>
        <a:p>
          <a:r>
            <a:rPr lang="en-MY" b="1" dirty="0"/>
            <a:t>KCT-00004</a:t>
          </a:r>
          <a:r>
            <a:rPr lang="en-MY" dirty="0"/>
            <a:t>	</a:t>
          </a:r>
        </a:p>
        <a:p>
          <a:r>
            <a:rPr lang="en-MY" dirty="0"/>
            <a:t>Data Accuracy - Incorrect Business Information</a:t>
          </a:r>
        </a:p>
      </dgm:t>
    </dgm:pt>
    <dgm:pt modelId="{641D02DE-B6EE-49D6-90F4-C4D7752113C2}" type="parTrans" cxnId="{4B990E81-D0D0-4470-BF4D-AFAD699076E3}">
      <dgm:prSet/>
      <dgm:spPr/>
      <dgm:t>
        <a:bodyPr/>
        <a:lstStyle/>
        <a:p>
          <a:endParaRPr lang="en-MY"/>
        </a:p>
      </dgm:t>
    </dgm:pt>
    <dgm:pt modelId="{740742F7-1EC3-41A4-A13D-341552912090}" type="sibTrans" cxnId="{4B990E81-D0D0-4470-BF4D-AFAD699076E3}">
      <dgm:prSet/>
      <dgm:spPr/>
      <dgm:t>
        <a:bodyPr/>
        <a:lstStyle/>
        <a:p>
          <a:endParaRPr lang="en-MY"/>
        </a:p>
      </dgm:t>
    </dgm:pt>
    <dgm:pt modelId="{D99BA51E-654E-419A-BF73-5EBB1C294F2A}">
      <dgm:prSet/>
      <dgm:spPr/>
      <dgm:t>
        <a:bodyPr/>
        <a:lstStyle/>
        <a:p>
          <a:r>
            <a:rPr lang="en-MY" b="1" dirty="0"/>
            <a:t>KCT-00005</a:t>
          </a:r>
          <a:r>
            <a:rPr lang="en-MY" dirty="0"/>
            <a:t>	</a:t>
          </a:r>
        </a:p>
        <a:p>
          <a:r>
            <a:rPr lang="en-MY" dirty="0"/>
            <a:t>Completeness - Incorrect Director Information</a:t>
          </a:r>
        </a:p>
      </dgm:t>
    </dgm:pt>
    <dgm:pt modelId="{9CBD9119-BC66-48FB-ADA7-5AE1600B4527}" type="parTrans" cxnId="{12AF3E9E-1F60-4A8D-AD8C-8473B4390222}">
      <dgm:prSet/>
      <dgm:spPr/>
      <dgm:t>
        <a:bodyPr/>
        <a:lstStyle/>
        <a:p>
          <a:endParaRPr lang="en-MY"/>
        </a:p>
      </dgm:t>
    </dgm:pt>
    <dgm:pt modelId="{97C2E8CE-4A5C-40DC-8F6E-7AF68379AEE0}" type="sibTrans" cxnId="{12AF3E9E-1F60-4A8D-AD8C-8473B4390222}">
      <dgm:prSet/>
      <dgm:spPr/>
      <dgm:t>
        <a:bodyPr/>
        <a:lstStyle/>
        <a:p>
          <a:endParaRPr lang="en-MY"/>
        </a:p>
      </dgm:t>
    </dgm:pt>
    <dgm:pt modelId="{069D39C8-73C0-44CC-B297-14CBC020BB8B}">
      <dgm:prSet/>
      <dgm:spPr/>
      <dgm:t>
        <a:bodyPr/>
        <a:lstStyle/>
        <a:p>
          <a:r>
            <a:rPr lang="en-MY" b="1" dirty="0"/>
            <a:t>KCT-00006</a:t>
          </a:r>
          <a:r>
            <a:rPr lang="en-MY" dirty="0"/>
            <a:t>	</a:t>
          </a:r>
        </a:p>
        <a:p>
          <a:r>
            <a:rPr lang="en-MY" dirty="0"/>
            <a:t>Data Accuracy – Incorrect Guarantor Information</a:t>
          </a:r>
        </a:p>
      </dgm:t>
    </dgm:pt>
    <dgm:pt modelId="{25BD05CB-673B-42BF-A6E2-E9EA99337802}" type="parTrans" cxnId="{DDBE2417-0BFA-4097-9F33-79A1CAD72429}">
      <dgm:prSet/>
      <dgm:spPr/>
      <dgm:t>
        <a:bodyPr/>
        <a:lstStyle/>
        <a:p>
          <a:endParaRPr lang="en-MY"/>
        </a:p>
      </dgm:t>
    </dgm:pt>
    <dgm:pt modelId="{6BE12801-76EA-4443-AB66-74249000BBF8}" type="sibTrans" cxnId="{DDBE2417-0BFA-4097-9F33-79A1CAD72429}">
      <dgm:prSet/>
      <dgm:spPr/>
      <dgm:t>
        <a:bodyPr/>
        <a:lstStyle/>
        <a:p>
          <a:endParaRPr lang="en-MY"/>
        </a:p>
      </dgm:t>
    </dgm:pt>
    <dgm:pt modelId="{02AB6B1A-FFC2-4F8F-AF5B-71951F5EC26F}">
      <dgm:prSet/>
      <dgm:spPr/>
      <dgm:t>
        <a:bodyPr/>
        <a:lstStyle/>
        <a:p>
          <a:r>
            <a:rPr lang="en-MY" b="1" dirty="0"/>
            <a:t>KCT-00007</a:t>
          </a:r>
          <a:r>
            <a:rPr lang="en-MY" dirty="0"/>
            <a:t>	</a:t>
          </a:r>
        </a:p>
        <a:p>
          <a:r>
            <a:rPr lang="en-MY" dirty="0"/>
            <a:t>Data Accuracy – Incorrect CCRIS Information</a:t>
          </a:r>
        </a:p>
      </dgm:t>
    </dgm:pt>
    <dgm:pt modelId="{10E4EF98-8256-4BB5-972E-5071F6B6AF9D}" type="parTrans" cxnId="{D010A872-68FE-453A-9D08-61487A3EBE67}">
      <dgm:prSet/>
      <dgm:spPr/>
      <dgm:t>
        <a:bodyPr/>
        <a:lstStyle/>
        <a:p>
          <a:endParaRPr lang="en-MY"/>
        </a:p>
      </dgm:t>
    </dgm:pt>
    <dgm:pt modelId="{8342E3FC-ACF8-44FF-A02A-112A040A2EBE}" type="sibTrans" cxnId="{D010A872-68FE-453A-9D08-61487A3EBE67}">
      <dgm:prSet/>
      <dgm:spPr/>
      <dgm:t>
        <a:bodyPr/>
        <a:lstStyle/>
        <a:p>
          <a:endParaRPr lang="en-MY"/>
        </a:p>
      </dgm:t>
    </dgm:pt>
    <dgm:pt modelId="{4444D58E-8C46-4730-90C3-F3DC27CF03DC}">
      <dgm:prSet/>
      <dgm:spPr/>
    </dgm:pt>
    <dgm:pt modelId="{0676D7A1-4967-468D-A2D9-3A9100750832}" type="parTrans" cxnId="{8C89B047-68C0-4AB0-991A-906BBE298CF5}">
      <dgm:prSet/>
      <dgm:spPr/>
      <dgm:t>
        <a:bodyPr/>
        <a:lstStyle/>
        <a:p>
          <a:endParaRPr lang="en-MY"/>
        </a:p>
      </dgm:t>
    </dgm:pt>
    <dgm:pt modelId="{2A098AF8-4661-45F2-8812-8572B5253DF8}" type="sibTrans" cxnId="{8C89B047-68C0-4AB0-991A-906BBE298CF5}">
      <dgm:prSet/>
      <dgm:spPr/>
      <dgm:t>
        <a:bodyPr/>
        <a:lstStyle/>
        <a:p>
          <a:endParaRPr lang="en-MY"/>
        </a:p>
      </dgm:t>
    </dgm:pt>
    <dgm:pt modelId="{19625913-BB79-4590-BA0E-58089C0D1291}">
      <dgm:prSet/>
      <dgm:spPr/>
      <dgm:t>
        <a:bodyPr/>
        <a:lstStyle/>
        <a:p>
          <a:endParaRPr lang="en-MY" dirty="0"/>
        </a:p>
      </dgm:t>
    </dgm:pt>
    <dgm:pt modelId="{655882AF-83F6-4148-B4D2-9B001B15A4FE}" type="parTrans" cxnId="{17A2F6C0-D055-4484-A57A-5BAFBE7480ED}">
      <dgm:prSet/>
      <dgm:spPr/>
      <dgm:t>
        <a:bodyPr/>
        <a:lstStyle/>
        <a:p>
          <a:endParaRPr lang="en-MY"/>
        </a:p>
      </dgm:t>
    </dgm:pt>
    <dgm:pt modelId="{84B14F23-BB95-4AA4-9B07-477D68CD4768}" type="sibTrans" cxnId="{17A2F6C0-D055-4484-A57A-5BAFBE7480ED}">
      <dgm:prSet/>
      <dgm:spPr/>
      <dgm:t>
        <a:bodyPr/>
        <a:lstStyle/>
        <a:p>
          <a:endParaRPr lang="en-MY"/>
        </a:p>
      </dgm:t>
    </dgm:pt>
    <dgm:pt modelId="{A4F2B850-38E8-423B-9FC5-A0630A11D859}" type="pres">
      <dgm:prSet presAssocID="{1542F22B-88B1-4081-BFAD-5E788E6967B5}" presName="compositeShape" presStyleCnt="0">
        <dgm:presLayoutVars>
          <dgm:chMax val="7"/>
          <dgm:dir/>
          <dgm:resizeHandles val="exact"/>
        </dgm:presLayoutVars>
      </dgm:prSet>
      <dgm:spPr/>
    </dgm:pt>
    <dgm:pt modelId="{5E6A7D41-D7B6-473C-9993-3E6915A459BD}" type="pres">
      <dgm:prSet presAssocID="{0DECA943-C556-413F-868B-A692E74E1D14}" presName="circ1" presStyleLbl="vennNode1" presStyleIdx="0" presStyleCnt="7"/>
      <dgm:spPr/>
    </dgm:pt>
    <dgm:pt modelId="{AFD57F04-4EA3-4729-A62A-BE254DE80E85}" type="pres">
      <dgm:prSet presAssocID="{0DECA943-C556-413F-868B-A692E74E1D14}" presName="circ1Tx" presStyleLbl="revTx" presStyleIdx="0" presStyleCnt="0">
        <dgm:presLayoutVars>
          <dgm:chMax val="0"/>
          <dgm:chPref val="0"/>
          <dgm:bulletEnabled val="1"/>
        </dgm:presLayoutVars>
      </dgm:prSet>
      <dgm:spPr/>
    </dgm:pt>
    <dgm:pt modelId="{7832DAE9-735A-41FE-AC73-35AA4B9EA344}" type="pres">
      <dgm:prSet presAssocID="{A9CC3529-A9A9-4430-89A1-0D272F0D5C38}" presName="circ2" presStyleLbl="vennNode1" presStyleIdx="1" presStyleCnt="7"/>
      <dgm:spPr/>
    </dgm:pt>
    <dgm:pt modelId="{C0272476-C4F6-41A5-8C57-AFCDBB876251}" type="pres">
      <dgm:prSet presAssocID="{A9CC3529-A9A9-4430-89A1-0D272F0D5C38}" presName="circ2Tx" presStyleLbl="revTx" presStyleIdx="0" presStyleCnt="0">
        <dgm:presLayoutVars>
          <dgm:chMax val="0"/>
          <dgm:chPref val="0"/>
          <dgm:bulletEnabled val="1"/>
        </dgm:presLayoutVars>
      </dgm:prSet>
      <dgm:spPr/>
    </dgm:pt>
    <dgm:pt modelId="{41FE0265-7114-49EF-835E-A1E9ABC8AAF6}" type="pres">
      <dgm:prSet presAssocID="{CF3E52CD-97F1-4997-9855-B87607E1AC27}" presName="circ3" presStyleLbl="vennNode1" presStyleIdx="2" presStyleCnt="7"/>
      <dgm:spPr/>
    </dgm:pt>
    <dgm:pt modelId="{0FBF09BE-38AC-4045-B37D-BF4C4B0A1DCD}" type="pres">
      <dgm:prSet presAssocID="{CF3E52CD-97F1-4997-9855-B87607E1AC27}" presName="circ3Tx" presStyleLbl="revTx" presStyleIdx="0" presStyleCnt="0">
        <dgm:presLayoutVars>
          <dgm:chMax val="0"/>
          <dgm:chPref val="0"/>
          <dgm:bulletEnabled val="1"/>
        </dgm:presLayoutVars>
      </dgm:prSet>
      <dgm:spPr/>
    </dgm:pt>
    <dgm:pt modelId="{82370735-5645-483F-B220-8F284E418A34}" type="pres">
      <dgm:prSet presAssocID="{DB612535-AB19-4AC5-AA39-4B4AEA01220C}" presName="circ4" presStyleLbl="vennNode1" presStyleIdx="3" presStyleCnt="7"/>
      <dgm:spPr/>
    </dgm:pt>
    <dgm:pt modelId="{BFDFB427-B8D9-4CA4-AD1F-083AC9713D5F}" type="pres">
      <dgm:prSet presAssocID="{DB612535-AB19-4AC5-AA39-4B4AEA01220C}" presName="circ4Tx" presStyleLbl="revTx" presStyleIdx="0" presStyleCnt="0">
        <dgm:presLayoutVars>
          <dgm:chMax val="0"/>
          <dgm:chPref val="0"/>
          <dgm:bulletEnabled val="1"/>
        </dgm:presLayoutVars>
      </dgm:prSet>
      <dgm:spPr/>
    </dgm:pt>
    <dgm:pt modelId="{D267E64B-ED65-4AF7-8B06-6CE5AA42D687}" type="pres">
      <dgm:prSet presAssocID="{D99BA51E-654E-419A-BF73-5EBB1C294F2A}" presName="circ5" presStyleLbl="vennNode1" presStyleIdx="4" presStyleCnt="7"/>
      <dgm:spPr/>
    </dgm:pt>
    <dgm:pt modelId="{432EA9EF-0F93-44E6-B14E-0B3312EEAFE0}" type="pres">
      <dgm:prSet presAssocID="{D99BA51E-654E-419A-BF73-5EBB1C294F2A}" presName="circ5Tx" presStyleLbl="revTx" presStyleIdx="0" presStyleCnt="0">
        <dgm:presLayoutVars>
          <dgm:chMax val="0"/>
          <dgm:chPref val="0"/>
          <dgm:bulletEnabled val="1"/>
        </dgm:presLayoutVars>
      </dgm:prSet>
      <dgm:spPr/>
    </dgm:pt>
    <dgm:pt modelId="{032617B8-0753-4677-BBE8-03C2D254B5DA}" type="pres">
      <dgm:prSet presAssocID="{069D39C8-73C0-44CC-B297-14CBC020BB8B}" presName="circ6" presStyleLbl="vennNode1" presStyleIdx="5" presStyleCnt="7"/>
      <dgm:spPr/>
    </dgm:pt>
    <dgm:pt modelId="{AF3EB915-6A6A-459C-A120-CE04FA7D448C}" type="pres">
      <dgm:prSet presAssocID="{069D39C8-73C0-44CC-B297-14CBC020BB8B}" presName="circ6Tx" presStyleLbl="revTx" presStyleIdx="0" presStyleCnt="0">
        <dgm:presLayoutVars>
          <dgm:chMax val="0"/>
          <dgm:chPref val="0"/>
          <dgm:bulletEnabled val="1"/>
        </dgm:presLayoutVars>
      </dgm:prSet>
      <dgm:spPr/>
    </dgm:pt>
    <dgm:pt modelId="{67042653-0203-48C2-9FB3-AE0661C07517}" type="pres">
      <dgm:prSet presAssocID="{02AB6B1A-FFC2-4F8F-AF5B-71951F5EC26F}" presName="circ7" presStyleLbl="vennNode1" presStyleIdx="6" presStyleCnt="7"/>
      <dgm:spPr/>
    </dgm:pt>
    <dgm:pt modelId="{D9085905-C187-45DC-B7FF-715FF7489D1C}" type="pres">
      <dgm:prSet presAssocID="{02AB6B1A-FFC2-4F8F-AF5B-71951F5EC26F}" presName="circ7Tx" presStyleLbl="revTx" presStyleIdx="0" presStyleCnt="0">
        <dgm:presLayoutVars>
          <dgm:chMax val="0"/>
          <dgm:chPref val="0"/>
          <dgm:bulletEnabled val="1"/>
        </dgm:presLayoutVars>
      </dgm:prSet>
      <dgm:spPr/>
    </dgm:pt>
  </dgm:ptLst>
  <dgm:cxnLst>
    <dgm:cxn modelId="{DDBE2417-0BFA-4097-9F33-79A1CAD72429}" srcId="{1542F22B-88B1-4081-BFAD-5E788E6967B5}" destId="{069D39C8-73C0-44CC-B297-14CBC020BB8B}" srcOrd="5" destOrd="0" parTransId="{25BD05CB-673B-42BF-A6E2-E9EA99337802}" sibTransId="{6BE12801-76EA-4443-AB66-74249000BBF8}"/>
    <dgm:cxn modelId="{4125CC19-32FE-4C39-B0B5-049A608E7F9E}" type="presOf" srcId="{A9CC3529-A9A9-4430-89A1-0D272F0D5C38}" destId="{C0272476-C4F6-41A5-8C57-AFCDBB876251}" srcOrd="0" destOrd="0" presId="urn:microsoft.com/office/officeart/2005/8/layout/venn1"/>
    <dgm:cxn modelId="{B11D2228-3084-4017-BB0D-61F61BBF8C82}" type="presOf" srcId="{CF3E52CD-97F1-4997-9855-B87607E1AC27}" destId="{0FBF09BE-38AC-4045-B37D-BF4C4B0A1DCD}" srcOrd="0" destOrd="0" presId="urn:microsoft.com/office/officeart/2005/8/layout/venn1"/>
    <dgm:cxn modelId="{8C89B047-68C0-4AB0-991A-906BBE298CF5}" srcId="{1542F22B-88B1-4081-BFAD-5E788E6967B5}" destId="{4444D58E-8C46-4730-90C3-F3DC27CF03DC}" srcOrd="7" destOrd="0" parTransId="{0676D7A1-4967-468D-A2D9-3A9100750832}" sibTransId="{2A098AF8-4661-45F2-8812-8572B5253DF8}"/>
    <dgm:cxn modelId="{D010A872-68FE-453A-9D08-61487A3EBE67}" srcId="{1542F22B-88B1-4081-BFAD-5E788E6967B5}" destId="{02AB6B1A-FFC2-4F8F-AF5B-71951F5EC26F}" srcOrd="6" destOrd="0" parTransId="{10E4EF98-8256-4BB5-972E-5071F6B6AF9D}" sibTransId="{8342E3FC-ACF8-44FF-A02A-112A040A2EBE}"/>
    <dgm:cxn modelId="{1B1DFD53-B249-4F70-9A02-2E6776CE863F}" srcId="{1542F22B-88B1-4081-BFAD-5E788E6967B5}" destId="{CF3E52CD-97F1-4997-9855-B87607E1AC27}" srcOrd="2" destOrd="0" parTransId="{16C0C6DB-5543-4F0F-B0B4-A2DE076A8A1F}" sibTransId="{21B49935-B60B-4225-BEF0-B6A51499BA53}"/>
    <dgm:cxn modelId="{8BCF5076-CFAE-41E3-9B5E-8682EAACE9BD}" type="presOf" srcId="{DB612535-AB19-4AC5-AA39-4B4AEA01220C}" destId="{BFDFB427-B8D9-4CA4-AD1F-083AC9713D5F}" srcOrd="0" destOrd="0" presId="urn:microsoft.com/office/officeart/2005/8/layout/venn1"/>
    <dgm:cxn modelId="{B703987B-1201-44D4-8A2C-B86BE00AEDFE}" type="presOf" srcId="{0DECA943-C556-413F-868B-A692E74E1D14}" destId="{AFD57F04-4EA3-4729-A62A-BE254DE80E85}" srcOrd="0" destOrd="0" presId="urn:microsoft.com/office/officeart/2005/8/layout/venn1"/>
    <dgm:cxn modelId="{4B990E81-D0D0-4470-BF4D-AFAD699076E3}" srcId="{1542F22B-88B1-4081-BFAD-5E788E6967B5}" destId="{DB612535-AB19-4AC5-AA39-4B4AEA01220C}" srcOrd="3" destOrd="0" parTransId="{641D02DE-B6EE-49D6-90F4-C4D7752113C2}" sibTransId="{740742F7-1EC3-41A4-A13D-341552912090}"/>
    <dgm:cxn modelId="{1EFD3081-966D-41E6-9AF9-02970A4795D9}" type="presOf" srcId="{02AB6B1A-FFC2-4F8F-AF5B-71951F5EC26F}" destId="{D9085905-C187-45DC-B7FF-715FF7489D1C}" srcOrd="0" destOrd="0" presId="urn:microsoft.com/office/officeart/2005/8/layout/venn1"/>
    <dgm:cxn modelId="{64F10189-AA09-4159-B25B-6F301006609C}" type="presOf" srcId="{D99BA51E-654E-419A-BF73-5EBB1C294F2A}" destId="{432EA9EF-0F93-44E6-B14E-0B3312EEAFE0}" srcOrd="0" destOrd="0" presId="urn:microsoft.com/office/officeart/2005/8/layout/venn1"/>
    <dgm:cxn modelId="{12AF3E9E-1F60-4A8D-AD8C-8473B4390222}" srcId="{1542F22B-88B1-4081-BFAD-5E788E6967B5}" destId="{D99BA51E-654E-419A-BF73-5EBB1C294F2A}" srcOrd="4" destOrd="0" parTransId="{9CBD9119-BC66-48FB-ADA7-5AE1600B4527}" sibTransId="{97C2E8CE-4A5C-40DC-8F6E-7AF68379AEE0}"/>
    <dgm:cxn modelId="{AD4AF7A6-5C3F-47F9-A985-158F057D0998}" type="presOf" srcId="{1542F22B-88B1-4081-BFAD-5E788E6967B5}" destId="{A4F2B850-38E8-423B-9FC5-A0630A11D859}" srcOrd="0" destOrd="0" presId="urn:microsoft.com/office/officeart/2005/8/layout/venn1"/>
    <dgm:cxn modelId="{17A2F6C0-D055-4484-A57A-5BAFBE7480ED}" srcId="{1542F22B-88B1-4081-BFAD-5E788E6967B5}" destId="{19625913-BB79-4590-BA0E-58089C0D1291}" srcOrd="8" destOrd="0" parTransId="{655882AF-83F6-4148-B4D2-9B001B15A4FE}" sibTransId="{84B14F23-BB95-4AA4-9B07-477D68CD4768}"/>
    <dgm:cxn modelId="{76BD1EEB-9981-475B-897A-7AC94ED8F567}" srcId="{1542F22B-88B1-4081-BFAD-5E788E6967B5}" destId="{A9CC3529-A9A9-4430-89A1-0D272F0D5C38}" srcOrd="1" destOrd="0" parTransId="{64BBF16C-4985-4127-BF99-4CDBEE0FC6F1}" sibTransId="{90090FC5-39DA-4657-986B-4C76226078E8}"/>
    <dgm:cxn modelId="{441B1AFA-57F4-406B-8244-359EF86895AD}" srcId="{1542F22B-88B1-4081-BFAD-5E788E6967B5}" destId="{0DECA943-C556-413F-868B-A692E74E1D14}" srcOrd="0" destOrd="0" parTransId="{22D32037-1AA7-415A-9F4F-50A5C3906840}" sibTransId="{EFC710CF-BB10-4BD6-B1B4-3C1424D8D8DA}"/>
    <dgm:cxn modelId="{BE255EFE-9042-45EB-BCAC-BD3748BEB5BD}" type="presOf" srcId="{069D39C8-73C0-44CC-B297-14CBC020BB8B}" destId="{AF3EB915-6A6A-459C-A120-CE04FA7D448C}" srcOrd="0" destOrd="0" presId="urn:microsoft.com/office/officeart/2005/8/layout/venn1"/>
    <dgm:cxn modelId="{AB3D31FB-F7CF-4F39-93AD-80284CD4268E}" type="presParOf" srcId="{A4F2B850-38E8-423B-9FC5-A0630A11D859}" destId="{5E6A7D41-D7B6-473C-9993-3E6915A459BD}" srcOrd="0" destOrd="0" presId="urn:microsoft.com/office/officeart/2005/8/layout/venn1"/>
    <dgm:cxn modelId="{B45FA4DA-0FE5-4A5B-A575-5FB3D6352426}" type="presParOf" srcId="{A4F2B850-38E8-423B-9FC5-A0630A11D859}" destId="{AFD57F04-4EA3-4729-A62A-BE254DE80E85}" srcOrd="1" destOrd="0" presId="urn:microsoft.com/office/officeart/2005/8/layout/venn1"/>
    <dgm:cxn modelId="{AC129D96-52E7-4027-BACC-1FEB91AB298F}" type="presParOf" srcId="{A4F2B850-38E8-423B-9FC5-A0630A11D859}" destId="{7832DAE9-735A-41FE-AC73-35AA4B9EA344}" srcOrd="2" destOrd="0" presId="urn:microsoft.com/office/officeart/2005/8/layout/venn1"/>
    <dgm:cxn modelId="{ADCDC20F-F1E4-418D-9401-B9B6852FAE7F}" type="presParOf" srcId="{A4F2B850-38E8-423B-9FC5-A0630A11D859}" destId="{C0272476-C4F6-41A5-8C57-AFCDBB876251}" srcOrd="3" destOrd="0" presId="urn:microsoft.com/office/officeart/2005/8/layout/venn1"/>
    <dgm:cxn modelId="{B248B75A-DC31-4826-B8B8-278AAE2A1720}" type="presParOf" srcId="{A4F2B850-38E8-423B-9FC5-A0630A11D859}" destId="{41FE0265-7114-49EF-835E-A1E9ABC8AAF6}" srcOrd="4" destOrd="0" presId="urn:microsoft.com/office/officeart/2005/8/layout/venn1"/>
    <dgm:cxn modelId="{1E2AE8CE-2BF3-420D-B049-6B5A60E3DDAF}" type="presParOf" srcId="{A4F2B850-38E8-423B-9FC5-A0630A11D859}" destId="{0FBF09BE-38AC-4045-B37D-BF4C4B0A1DCD}" srcOrd="5" destOrd="0" presId="urn:microsoft.com/office/officeart/2005/8/layout/venn1"/>
    <dgm:cxn modelId="{7FCEE258-95D3-4E47-A12E-64D7427E8068}" type="presParOf" srcId="{A4F2B850-38E8-423B-9FC5-A0630A11D859}" destId="{82370735-5645-483F-B220-8F284E418A34}" srcOrd="6" destOrd="0" presId="urn:microsoft.com/office/officeart/2005/8/layout/venn1"/>
    <dgm:cxn modelId="{E6A267C6-6B4C-49B8-A766-F3099312F778}" type="presParOf" srcId="{A4F2B850-38E8-423B-9FC5-A0630A11D859}" destId="{BFDFB427-B8D9-4CA4-AD1F-083AC9713D5F}" srcOrd="7" destOrd="0" presId="urn:microsoft.com/office/officeart/2005/8/layout/venn1"/>
    <dgm:cxn modelId="{23EAC839-BF67-41CE-B8B3-DC08A784D688}" type="presParOf" srcId="{A4F2B850-38E8-423B-9FC5-A0630A11D859}" destId="{D267E64B-ED65-4AF7-8B06-6CE5AA42D687}" srcOrd="8" destOrd="0" presId="urn:microsoft.com/office/officeart/2005/8/layout/venn1"/>
    <dgm:cxn modelId="{17186483-5AC3-4EF7-B59A-AF9410D4CC5E}" type="presParOf" srcId="{A4F2B850-38E8-423B-9FC5-A0630A11D859}" destId="{432EA9EF-0F93-44E6-B14E-0B3312EEAFE0}" srcOrd="9" destOrd="0" presId="urn:microsoft.com/office/officeart/2005/8/layout/venn1"/>
    <dgm:cxn modelId="{6DA2AFBE-7256-44E9-AEC4-943FE1A9793A}" type="presParOf" srcId="{A4F2B850-38E8-423B-9FC5-A0630A11D859}" destId="{032617B8-0753-4677-BBE8-03C2D254B5DA}" srcOrd="10" destOrd="0" presId="urn:microsoft.com/office/officeart/2005/8/layout/venn1"/>
    <dgm:cxn modelId="{772DC8BC-6736-4B1C-AEF2-111D0CE2503C}" type="presParOf" srcId="{A4F2B850-38E8-423B-9FC5-A0630A11D859}" destId="{AF3EB915-6A6A-459C-A120-CE04FA7D448C}" srcOrd="11" destOrd="0" presId="urn:microsoft.com/office/officeart/2005/8/layout/venn1"/>
    <dgm:cxn modelId="{199B062B-8FFD-49AD-9C2C-F5574DA63EA5}" type="presParOf" srcId="{A4F2B850-38E8-423B-9FC5-A0630A11D859}" destId="{67042653-0203-48C2-9FB3-AE0661C07517}" srcOrd="12" destOrd="0" presId="urn:microsoft.com/office/officeart/2005/8/layout/venn1"/>
    <dgm:cxn modelId="{4FC592D8-CA01-45A2-89B9-8A0B3865A0E0}" type="presParOf" srcId="{A4F2B850-38E8-423B-9FC5-A0630A11D859}" destId="{D9085905-C187-45DC-B7FF-715FF7489D1C}" srcOrd="13"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C1C098F-5939-413C-A858-6A5B8EA22846}" type="doc">
      <dgm:prSet loTypeId="urn:microsoft.com/office/officeart/2005/8/layout/hProcess11" loCatId="process" qsTypeId="urn:microsoft.com/office/officeart/2005/8/quickstyle/simple1" qsCatId="simple" csTypeId="urn:microsoft.com/office/officeart/2005/8/colors/colorful1" csCatId="colorful" phldr="1"/>
      <dgm:spPr/>
      <dgm:t>
        <a:bodyPr/>
        <a:lstStyle/>
        <a:p>
          <a:endParaRPr lang="en-MY"/>
        </a:p>
      </dgm:t>
    </dgm:pt>
    <dgm:pt modelId="{C337D992-A4B1-4F3C-983E-5EC8E05A1144}">
      <dgm:prSet custT="1"/>
      <dgm:spPr/>
      <dgm:t>
        <a:bodyPr/>
        <a:lstStyle/>
        <a:p>
          <a:r>
            <a:rPr lang="en-MY" sz="1400" dirty="0"/>
            <a:t> Application Form vs CLS Comparison</a:t>
          </a:r>
          <a:r>
            <a:rPr lang="en-US" sz="1400" dirty="0"/>
            <a:t>	✓</a:t>
          </a:r>
          <a:endParaRPr lang="en-MY" sz="1400" dirty="0"/>
        </a:p>
      </dgm:t>
    </dgm:pt>
    <dgm:pt modelId="{F05551B6-60AC-4230-9C5C-591127B56006}" type="parTrans" cxnId="{F5BCAF36-2CB3-4F38-B95C-9972644692E0}">
      <dgm:prSet/>
      <dgm:spPr/>
      <dgm:t>
        <a:bodyPr/>
        <a:lstStyle/>
        <a:p>
          <a:endParaRPr lang="en-MY" sz="1400"/>
        </a:p>
      </dgm:t>
    </dgm:pt>
    <dgm:pt modelId="{1C39F47F-44EF-4842-A130-D5D05B57EF58}" type="sibTrans" cxnId="{F5BCAF36-2CB3-4F38-B95C-9972644692E0}">
      <dgm:prSet/>
      <dgm:spPr/>
      <dgm:t>
        <a:bodyPr/>
        <a:lstStyle/>
        <a:p>
          <a:endParaRPr lang="en-MY" sz="1400"/>
        </a:p>
      </dgm:t>
    </dgm:pt>
    <dgm:pt modelId="{4FB186A9-864C-40AC-9625-EFA1F8E192B0}">
      <dgm:prSet custT="1"/>
      <dgm:spPr/>
      <dgm:t>
        <a:bodyPr/>
        <a:lstStyle/>
        <a:p>
          <a:r>
            <a:rPr lang="en-MY" sz="1400" dirty="0"/>
            <a:t>SSM Verification</a:t>
          </a:r>
          <a:r>
            <a:rPr lang="en-US" sz="1400" dirty="0"/>
            <a:t>	✓</a:t>
          </a:r>
          <a:endParaRPr lang="en-MY" sz="1400" dirty="0"/>
        </a:p>
      </dgm:t>
    </dgm:pt>
    <dgm:pt modelId="{11AEA952-8B72-4208-BE1C-5967D02463F2}" type="parTrans" cxnId="{89FB0215-B84E-49F1-A36E-1300942ECE3A}">
      <dgm:prSet/>
      <dgm:spPr/>
      <dgm:t>
        <a:bodyPr/>
        <a:lstStyle/>
        <a:p>
          <a:endParaRPr lang="en-MY" sz="1400"/>
        </a:p>
      </dgm:t>
    </dgm:pt>
    <dgm:pt modelId="{74F598F2-62CA-4CC8-A0AE-79D646436E51}" type="sibTrans" cxnId="{89FB0215-B84E-49F1-A36E-1300942ECE3A}">
      <dgm:prSet/>
      <dgm:spPr/>
      <dgm:t>
        <a:bodyPr/>
        <a:lstStyle/>
        <a:p>
          <a:endParaRPr lang="en-MY" sz="1400"/>
        </a:p>
      </dgm:t>
    </dgm:pt>
    <dgm:pt modelId="{FCC3C81E-5F05-443B-B537-5074485C2738}">
      <dgm:prSet custT="1"/>
      <dgm:spPr/>
      <dgm:t>
        <a:bodyPr/>
        <a:lstStyle/>
        <a:p>
          <a:r>
            <a:rPr lang="en-MY" sz="1400" dirty="0"/>
            <a:t>Guarantor Information Validation </a:t>
          </a:r>
          <a:r>
            <a:rPr lang="en-US" sz="1400" dirty="0"/>
            <a:t>✓</a:t>
          </a:r>
          <a:endParaRPr lang="en-MY" sz="1400" dirty="0"/>
        </a:p>
      </dgm:t>
    </dgm:pt>
    <dgm:pt modelId="{52FCF5C8-D041-41AF-8B8F-F7EB878154A1}" type="parTrans" cxnId="{FA1A15B1-57AC-4F25-A2B6-F993B1BF1504}">
      <dgm:prSet/>
      <dgm:spPr/>
      <dgm:t>
        <a:bodyPr/>
        <a:lstStyle/>
        <a:p>
          <a:endParaRPr lang="en-MY" sz="1400"/>
        </a:p>
      </dgm:t>
    </dgm:pt>
    <dgm:pt modelId="{F43D10F5-491E-4861-BF70-FF2BC243499F}" type="sibTrans" cxnId="{FA1A15B1-57AC-4F25-A2B6-F993B1BF1504}">
      <dgm:prSet/>
      <dgm:spPr/>
      <dgm:t>
        <a:bodyPr/>
        <a:lstStyle/>
        <a:p>
          <a:endParaRPr lang="en-MY" sz="1400"/>
        </a:p>
      </dgm:t>
    </dgm:pt>
    <dgm:pt modelId="{C3ECFCBE-45C3-4E5B-AB4E-4B287EFE863F}">
      <dgm:prSet custT="1"/>
      <dgm:spPr/>
      <dgm:t>
        <a:bodyPr/>
        <a:lstStyle/>
        <a:p>
          <a:r>
            <a:rPr lang="en-MY" sz="1400" dirty="0"/>
            <a:t>CCRIS Form Matching</a:t>
          </a:r>
          <a:r>
            <a:rPr lang="en-US" sz="1400" dirty="0"/>
            <a:t>	✓</a:t>
          </a:r>
          <a:endParaRPr lang="en-MY" sz="1400" dirty="0"/>
        </a:p>
      </dgm:t>
    </dgm:pt>
    <dgm:pt modelId="{2F70A7C0-4491-4F83-BA92-6975D99ED558}" type="parTrans" cxnId="{6D29FD27-9FD8-477B-8D08-5A313E6B35B6}">
      <dgm:prSet/>
      <dgm:spPr/>
      <dgm:t>
        <a:bodyPr/>
        <a:lstStyle/>
        <a:p>
          <a:endParaRPr lang="en-MY" sz="1400"/>
        </a:p>
      </dgm:t>
    </dgm:pt>
    <dgm:pt modelId="{C020A33F-DCDE-4D04-9A30-2CD6F83AC82A}" type="sibTrans" cxnId="{6D29FD27-9FD8-477B-8D08-5A313E6B35B6}">
      <dgm:prSet/>
      <dgm:spPr/>
      <dgm:t>
        <a:bodyPr/>
        <a:lstStyle/>
        <a:p>
          <a:endParaRPr lang="en-MY" sz="1400"/>
        </a:p>
      </dgm:t>
    </dgm:pt>
    <dgm:pt modelId="{268A8981-6A6E-41EA-9F5C-6E7A6BE1B4E9}">
      <dgm:prSet custT="1"/>
      <dgm:spPr/>
      <dgm:t>
        <a:bodyPr/>
        <a:lstStyle/>
        <a:p>
          <a:r>
            <a:rPr lang="en-MY" sz="1400" dirty="0"/>
            <a:t> Mandatory Document Completeness Check </a:t>
          </a:r>
          <a:r>
            <a:rPr lang="en-US" sz="1400" dirty="0"/>
            <a:t>✓</a:t>
          </a:r>
          <a:endParaRPr lang="en-MY" sz="1400" dirty="0"/>
        </a:p>
      </dgm:t>
    </dgm:pt>
    <dgm:pt modelId="{3EF970DC-87B3-4284-936B-E9D622613913}" type="parTrans" cxnId="{7DF5B346-5CA6-46D5-9EE5-25192483F300}">
      <dgm:prSet/>
      <dgm:spPr/>
      <dgm:t>
        <a:bodyPr/>
        <a:lstStyle/>
        <a:p>
          <a:endParaRPr lang="en-MY" sz="1400"/>
        </a:p>
      </dgm:t>
    </dgm:pt>
    <dgm:pt modelId="{CFC87945-A7AA-4666-814D-5B3557316EFC}" type="sibTrans" cxnId="{7DF5B346-5CA6-46D5-9EE5-25192483F300}">
      <dgm:prSet/>
      <dgm:spPr/>
      <dgm:t>
        <a:bodyPr/>
        <a:lstStyle/>
        <a:p>
          <a:endParaRPr lang="en-MY" sz="1400"/>
        </a:p>
      </dgm:t>
    </dgm:pt>
    <dgm:pt modelId="{3F2F1FEF-CECA-453B-84FF-7ABF65ED9E6F}">
      <dgm:prSet custT="1"/>
      <dgm:spPr/>
      <dgm:t>
        <a:bodyPr/>
        <a:lstStyle/>
        <a:p>
          <a:r>
            <a:rPr lang="en-MY" sz="1400" dirty="0"/>
            <a:t>Exception Identification </a:t>
          </a:r>
          <a:r>
            <a:rPr lang="en-US" sz="1400" dirty="0"/>
            <a:t>✓</a:t>
          </a:r>
          <a:endParaRPr lang="en-MY" sz="1400" dirty="0"/>
        </a:p>
      </dgm:t>
    </dgm:pt>
    <dgm:pt modelId="{39E6F60F-7756-40E9-97A5-94AE39E1CFFF}" type="parTrans" cxnId="{FF693B86-3E80-4139-95D7-D614325256F1}">
      <dgm:prSet/>
      <dgm:spPr/>
      <dgm:t>
        <a:bodyPr/>
        <a:lstStyle/>
        <a:p>
          <a:endParaRPr lang="en-MY" sz="1400"/>
        </a:p>
      </dgm:t>
    </dgm:pt>
    <dgm:pt modelId="{CF4AC4BB-C6D1-433E-A29F-6E5BA7339060}" type="sibTrans" cxnId="{FF693B86-3E80-4139-95D7-D614325256F1}">
      <dgm:prSet/>
      <dgm:spPr/>
      <dgm:t>
        <a:bodyPr/>
        <a:lstStyle/>
        <a:p>
          <a:endParaRPr lang="en-MY" sz="1400"/>
        </a:p>
      </dgm:t>
    </dgm:pt>
    <dgm:pt modelId="{2BCBFB0E-7BEA-4AC8-BEF1-B00092885E66}">
      <dgm:prSet custT="1"/>
      <dgm:spPr/>
      <dgm:t>
        <a:bodyPr/>
        <a:lstStyle/>
        <a:p>
          <a:r>
            <a:rPr lang="en-MY" sz="1400" dirty="0"/>
            <a:t> Exception Summary Generation </a:t>
          </a:r>
          <a:r>
            <a:rPr lang="en-US" sz="1400" dirty="0"/>
            <a:t>✓</a:t>
          </a:r>
          <a:endParaRPr lang="en-MY" sz="1400" dirty="0"/>
        </a:p>
      </dgm:t>
    </dgm:pt>
    <dgm:pt modelId="{03E5376F-18AD-40FA-AE7B-C652E2C6C407}" type="parTrans" cxnId="{04D6AE6E-BC34-4097-A93A-0076C431869E}">
      <dgm:prSet/>
      <dgm:spPr/>
      <dgm:t>
        <a:bodyPr/>
        <a:lstStyle/>
        <a:p>
          <a:endParaRPr lang="en-MY" sz="1400"/>
        </a:p>
      </dgm:t>
    </dgm:pt>
    <dgm:pt modelId="{ABFF4861-3CA1-4D9D-9625-A16C8F1CF823}" type="sibTrans" cxnId="{04D6AE6E-BC34-4097-A93A-0076C431869E}">
      <dgm:prSet/>
      <dgm:spPr/>
      <dgm:t>
        <a:bodyPr/>
        <a:lstStyle/>
        <a:p>
          <a:endParaRPr lang="en-MY" sz="1400"/>
        </a:p>
      </dgm:t>
    </dgm:pt>
    <dgm:pt modelId="{2DAD2E7E-9D50-4AEF-8F03-16002C506318}" type="pres">
      <dgm:prSet presAssocID="{9C1C098F-5939-413C-A858-6A5B8EA22846}" presName="Name0" presStyleCnt="0">
        <dgm:presLayoutVars>
          <dgm:dir/>
          <dgm:resizeHandles val="exact"/>
        </dgm:presLayoutVars>
      </dgm:prSet>
      <dgm:spPr/>
    </dgm:pt>
    <dgm:pt modelId="{61615C27-1BCD-4E49-93A2-3401F32FBD60}" type="pres">
      <dgm:prSet presAssocID="{9C1C098F-5939-413C-A858-6A5B8EA22846}" presName="arrow" presStyleLbl="bgShp" presStyleIdx="0" presStyleCnt="1"/>
      <dgm:spPr/>
    </dgm:pt>
    <dgm:pt modelId="{D8C00C09-67F1-4347-B9F2-D373DE17D709}" type="pres">
      <dgm:prSet presAssocID="{9C1C098F-5939-413C-A858-6A5B8EA22846}" presName="points" presStyleCnt="0"/>
      <dgm:spPr/>
    </dgm:pt>
    <dgm:pt modelId="{DE4DF0CE-9EC1-4CB3-A4D9-31D2DC332046}" type="pres">
      <dgm:prSet presAssocID="{C337D992-A4B1-4F3C-983E-5EC8E05A1144}" presName="compositeA" presStyleCnt="0"/>
      <dgm:spPr/>
    </dgm:pt>
    <dgm:pt modelId="{EDB1BCAF-6974-464E-93D9-BEA67C4035D2}" type="pres">
      <dgm:prSet presAssocID="{C337D992-A4B1-4F3C-983E-5EC8E05A1144}" presName="textA" presStyleLbl="revTx" presStyleIdx="0" presStyleCnt="7" custScaleX="120686">
        <dgm:presLayoutVars>
          <dgm:bulletEnabled val="1"/>
        </dgm:presLayoutVars>
      </dgm:prSet>
      <dgm:spPr/>
    </dgm:pt>
    <dgm:pt modelId="{E0F801D2-82EC-4824-99AE-BABB18C29893}" type="pres">
      <dgm:prSet presAssocID="{C337D992-A4B1-4F3C-983E-5EC8E05A1144}" presName="circleA" presStyleLbl="node1" presStyleIdx="0" presStyleCnt="7"/>
      <dgm:spPr/>
    </dgm:pt>
    <dgm:pt modelId="{0D53D8D0-1DD8-4C50-9106-2DF29924AA50}" type="pres">
      <dgm:prSet presAssocID="{C337D992-A4B1-4F3C-983E-5EC8E05A1144}" presName="spaceA" presStyleCnt="0"/>
      <dgm:spPr/>
    </dgm:pt>
    <dgm:pt modelId="{32CB86BF-946C-46BF-9D75-45296991ACAF}" type="pres">
      <dgm:prSet presAssocID="{1C39F47F-44EF-4842-A130-D5D05B57EF58}" presName="space" presStyleCnt="0"/>
      <dgm:spPr/>
    </dgm:pt>
    <dgm:pt modelId="{476B4BA1-8AFE-4C94-A88A-28D281AE5A3B}" type="pres">
      <dgm:prSet presAssocID="{4FB186A9-864C-40AC-9625-EFA1F8E192B0}" presName="compositeB" presStyleCnt="0"/>
      <dgm:spPr/>
    </dgm:pt>
    <dgm:pt modelId="{255DEB26-71B3-4087-BB79-51C9AED6AF51}" type="pres">
      <dgm:prSet presAssocID="{4FB186A9-864C-40AC-9625-EFA1F8E192B0}" presName="textB" presStyleLbl="revTx" presStyleIdx="1" presStyleCnt="7" custScaleX="127211">
        <dgm:presLayoutVars>
          <dgm:bulletEnabled val="1"/>
        </dgm:presLayoutVars>
      </dgm:prSet>
      <dgm:spPr/>
    </dgm:pt>
    <dgm:pt modelId="{0CF3526B-FBCA-4B6D-B18A-6177BBA4669B}" type="pres">
      <dgm:prSet presAssocID="{4FB186A9-864C-40AC-9625-EFA1F8E192B0}" presName="circleB" presStyleLbl="node1" presStyleIdx="1" presStyleCnt="7"/>
      <dgm:spPr/>
    </dgm:pt>
    <dgm:pt modelId="{067FBFEA-05D4-46AC-97FB-69DA597A8EBC}" type="pres">
      <dgm:prSet presAssocID="{4FB186A9-864C-40AC-9625-EFA1F8E192B0}" presName="spaceB" presStyleCnt="0"/>
      <dgm:spPr/>
    </dgm:pt>
    <dgm:pt modelId="{F1A70FF4-95A5-4BF6-9E75-F199C9067919}" type="pres">
      <dgm:prSet presAssocID="{74F598F2-62CA-4CC8-A0AE-79D646436E51}" presName="space" presStyleCnt="0"/>
      <dgm:spPr/>
    </dgm:pt>
    <dgm:pt modelId="{E23BA30E-6271-4AEC-92D2-0B3E4C7D44C2}" type="pres">
      <dgm:prSet presAssocID="{FCC3C81E-5F05-443B-B537-5074485C2738}" presName="compositeA" presStyleCnt="0"/>
      <dgm:spPr/>
    </dgm:pt>
    <dgm:pt modelId="{FDA97952-9C39-4BFA-B7CF-19A804078DDB}" type="pres">
      <dgm:prSet presAssocID="{FCC3C81E-5F05-443B-B537-5074485C2738}" presName="textA" presStyleLbl="revTx" presStyleIdx="2" presStyleCnt="7">
        <dgm:presLayoutVars>
          <dgm:bulletEnabled val="1"/>
        </dgm:presLayoutVars>
      </dgm:prSet>
      <dgm:spPr/>
    </dgm:pt>
    <dgm:pt modelId="{0D3FF8C8-0735-45CA-9C74-07FC5F9407CF}" type="pres">
      <dgm:prSet presAssocID="{FCC3C81E-5F05-443B-B537-5074485C2738}" presName="circleA" presStyleLbl="node1" presStyleIdx="2" presStyleCnt="7"/>
      <dgm:spPr/>
    </dgm:pt>
    <dgm:pt modelId="{6AE761CE-F0E8-4DFB-8C62-5B98A38A3550}" type="pres">
      <dgm:prSet presAssocID="{FCC3C81E-5F05-443B-B537-5074485C2738}" presName="spaceA" presStyleCnt="0"/>
      <dgm:spPr/>
    </dgm:pt>
    <dgm:pt modelId="{332B6AD9-F849-453E-9DE0-F19795A319F8}" type="pres">
      <dgm:prSet presAssocID="{F43D10F5-491E-4861-BF70-FF2BC243499F}" presName="space" presStyleCnt="0"/>
      <dgm:spPr/>
    </dgm:pt>
    <dgm:pt modelId="{A77425FD-EFBE-4FAA-945A-3C886F09015E}" type="pres">
      <dgm:prSet presAssocID="{C3ECFCBE-45C3-4E5B-AB4E-4B287EFE863F}" presName="compositeB" presStyleCnt="0"/>
      <dgm:spPr/>
    </dgm:pt>
    <dgm:pt modelId="{4D7A316D-E0BB-48E1-8212-04B374CEF0BA}" type="pres">
      <dgm:prSet presAssocID="{C3ECFCBE-45C3-4E5B-AB4E-4B287EFE863F}" presName="textB" presStyleLbl="revTx" presStyleIdx="3" presStyleCnt="7">
        <dgm:presLayoutVars>
          <dgm:bulletEnabled val="1"/>
        </dgm:presLayoutVars>
      </dgm:prSet>
      <dgm:spPr/>
    </dgm:pt>
    <dgm:pt modelId="{82D9E778-8299-4498-9B56-C8494622ACE3}" type="pres">
      <dgm:prSet presAssocID="{C3ECFCBE-45C3-4E5B-AB4E-4B287EFE863F}" presName="circleB" presStyleLbl="node1" presStyleIdx="3" presStyleCnt="7"/>
      <dgm:spPr/>
    </dgm:pt>
    <dgm:pt modelId="{B360D456-B945-47F0-93EA-4561DF385381}" type="pres">
      <dgm:prSet presAssocID="{C3ECFCBE-45C3-4E5B-AB4E-4B287EFE863F}" presName="spaceB" presStyleCnt="0"/>
      <dgm:spPr/>
    </dgm:pt>
    <dgm:pt modelId="{48DC0381-7930-4179-A4E9-BA4C3A918154}" type="pres">
      <dgm:prSet presAssocID="{C020A33F-DCDE-4D04-9A30-2CD6F83AC82A}" presName="space" presStyleCnt="0"/>
      <dgm:spPr/>
    </dgm:pt>
    <dgm:pt modelId="{E0B974A7-CADB-4CAA-B1E3-08425372F5F9}" type="pres">
      <dgm:prSet presAssocID="{268A8981-6A6E-41EA-9F5C-6E7A6BE1B4E9}" presName="compositeA" presStyleCnt="0"/>
      <dgm:spPr/>
    </dgm:pt>
    <dgm:pt modelId="{D5652097-60CA-46A7-B62D-3D2BD5CDF189}" type="pres">
      <dgm:prSet presAssocID="{268A8981-6A6E-41EA-9F5C-6E7A6BE1B4E9}" presName="textA" presStyleLbl="revTx" presStyleIdx="4" presStyleCnt="7">
        <dgm:presLayoutVars>
          <dgm:bulletEnabled val="1"/>
        </dgm:presLayoutVars>
      </dgm:prSet>
      <dgm:spPr/>
    </dgm:pt>
    <dgm:pt modelId="{69855E1C-D189-46D8-866B-B60217E93F10}" type="pres">
      <dgm:prSet presAssocID="{268A8981-6A6E-41EA-9F5C-6E7A6BE1B4E9}" presName="circleA" presStyleLbl="node1" presStyleIdx="4" presStyleCnt="7"/>
      <dgm:spPr/>
    </dgm:pt>
    <dgm:pt modelId="{7639CD73-EBF4-460E-8F31-AC28FE25707A}" type="pres">
      <dgm:prSet presAssocID="{268A8981-6A6E-41EA-9F5C-6E7A6BE1B4E9}" presName="spaceA" presStyleCnt="0"/>
      <dgm:spPr/>
    </dgm:pt>
    <dgm:pt modelId="{0E140DA1-3B47-4A04-8FDF-B09B516F9E01}" type="pres">
      <dgm:prSet presAssocID="{CFC87945-A7AA-4666-814D-5B3557316EFC}" presName="space" presStyleCnt="0"/>
      <dgm:spPr/>
    </dgm:pt>
    <dgm:pt modelId="{A7C4DEF4-14A2-48CF-A35F-8D31AAA586E6}" type="pres">
      <dgm:prSet presAssocID="{3F2F1FEF-CECA-453B-84FF-7ABF65ED9E6F}" presName="compositeB" presStyleCnt="0"/>
      <dgm:spPr/>
    </dgm:pt>
    <dgm:pt modelId="{C49637A1-684C-42CF-AF31-2B30D894EF94}" type="pres">
      <dgm:prSet presAssocID="{3F2F1FEF-CECA-453B-84FF-7ABF65ED9E6F}" presName="textB" presStyleLbl="revTx" presStyleIdx="5" presStyleCnt="7">
        <dgm:presLayoutVars>
          <dgm:bulletEnabled val="1"/>
        </dgm:presLayoutVars>
      </dgm:prSet>
      <dgm:spPr/>
    </dgm:pt>
    <dgm:pt modelId="{D6B0B036-DDAB-4DFF-BD21-4C25ACD11D14}" type="pres">
      <dgm:prSet presAssocID="{3F2F1FEF-CECA-453B-84FF-7ABF65ED9E6F}" presName="circleB" presStyleLbl="node1" presStyleIdx="5" presStyleCnt="7"/>
      <dgm:spPr/>
    </dgm:pt>
    <dgm:pt modelId="{499B738D-528E-4A18-AA63-316EAF5497EA}" type="pres">
      <dgm:prSet presAssocID="{3F2F1FEF-CECA-453B-84FF-7ABF65ED9E6F}" presName="spaceB" presStyleCnt="0"/>
      <dgm:spPr/>
    </dgm:pt>
    <dgm:pt modelId="{CE4B4CFC-3888-4AED-979C-7CC2BE9E0EB8}" type="pres">
      <dgm:prSet presAssocID="{CF4AC4BB-C6D1-433E-A29F-6E5BA7339060}" presName="space" presStyleCnt="0"/>
      <dgm:spPr/>
    </dgm:pt>
    <dgm:pt modelId="{3490B56F-87B5-42CF-B586-73323271BD00}" type="pres">
      <dgm:prSet presAssocID="{2BCBFB0E-7BEA-4AC8-BEF1-B00092885E66}" presName="compositeA" presStyleCnt="0"/>
      <dgm:spPr/>
    </dgm:pt>
    <dgm:pt modelId="{C3E16B16-3061-4106-8F83-B5F72EF84F8A}" type="pres">
      <dgm:prSet presAssocID="{2BCBFB0E-7BEA-4AC8-BEF1-B00092885E66}" presName="textA" presStyleLbl="revTx" presStyleIdx="6" presStyleCnt="7">
        <dgm:presLayoutVars>
          <dgm:bulletEnabled val="1"/>
        </dgm:presLayoutVars>
      </dgm:prSet>
      <dgm:spPr/>
    </dgm:pt>
    <dgm:pt modelId="{E07A7B5C-0C8B-40BC-B20C-F0DA69F76F23}" type="pres">
      <dgm:prSet presAssocID="{2BCBFB0E-7BEA-4AC8-BEF1-B00092885E66}" presName="circleA" presStyleLbl="node1" presStyleIdx="6" presStyleCnt="7"/>
      <dgm:spPr/>
    </dgm:pt>
    <dgm:pt modelId="{B7B2433C-7290-4C85-94B7-6BE49E809EDF}" type="pres">
      <dgm:prSet presAssocID="{2BCBFB0E-7BEA-4AC8-BEF1-B00092885E66}" presName="spaceA" presStyleCnt="0"/>
      <dgm:spPr/>
    </dgm:pt>
  </dgm:ptLst>
  <dgm:cxnLst>
    <dgm:cxn modelId="{89FB0215-B84E-49F1-A36E-1300942ECE3A}" srcId="{9C1C098F-5939-413C-A858-6A5B8EA22846}" destId="{4FB186A9-864C-40AC-9625-EFA1F8E192B0}" srcOrd="1" destOrd="0" parTransId="{11AEA952-8B72-4208-BE1C-5967D02463F2}" sibTransId="{74F598F2-62CA-4CC8-A0AE-79D646436E51}"/>
    <dgm:cxn modelId="{6D29FD27-9FD8-477B-8D08-5A313E6B35B6}" srcId="{9C1C098F-5939-413C-A858-6A5B8EA22846}" destId="{C3ECFCBE-45C3-4E5B-AB4E-4B287EFE863F}" srcOrd="3" destOrd="0" parTransId="{2F70A7C0-4491-4F83-BA92-6975D99ED558}" sibTransId="{C020A33F-DCDE-4D04-9A30-2CD6F83AC82A}"/>
    <dgm:cxn modelId="{F5BCAF36-2CB3-4F38-B95C-9972644692E0}" srcId="{9C1C098F-5939-413C-A858-6A5B8EA22846}" destId="{C337D992-A4B1-4F3C-983E-5EC8E05A1144}" srcOrd="0" destOrd="0" parTransId="{F05551B6-60AC-4230-9C5C-591127B56006}" sibTransId="{1C39F47F-44EF-4842-A130-D5D05B57EF58}"/>
    <dgm:cxn modelId="{AFD52B63-9E94-4268-95E1-3D3BE9AE8439}" type="presOf" srcId="{9C1C098F-5939-413C-A858-6A5B8EA22846}" destId="{2DAD2E7E-9D50-4AEF-8F03-16002C506318}" srcOrd="0" destOrd="0" presId="urn:microsoft.com/office/officeart/2005/8/layout/hProcess11"/>
    <dgm:cxn modelId="{7DF5B346-5CA6-46D5-9EE5-25192483F300}" srcId="{9C1C098F-5939-413C-A858-6A5B8EA22846}" destId="{268A8981-6A6E-41EA-9F5C-6E7A6BE1B4E9}" srcOrd="4" destOrd="0" parTransId="{3EF970DC-87B3-4284-936B-E9D622613913}" sibTransId="{CFC87945-A7AA-4666-814D-5B3557316EFC}"/>
    <dgm:cxn modelId="{6478F047-B114-4CCF-A401-B6663DF0CFCB}" type="presOf" srcId="{4FB186A9-864C-40AC-9625-EFA1F8E192B0}" destId="{255DEB26-71B3-4087-BB79-51C9AED6AF51}" srcOrd="0" destOrd="0" presId="urn:microsoft.com/office/officeart/2005/8/layout/hProcess11"/>
    <dgm:cxn modelId="{F277E34B-E132-4032-8A89-7C63ACE5D7CB}" type="presOf" srcId="{268A8981-6A6E-41EA-9F5C-6E7A6BE1B4E9}" destId="{D5652097-60CA-46A7-B62D-3D2BD5CDF189}" srcOrd="0" destOrd="0" presId="urn:microsoft.com/office/officeart/2005/8/layout/hProcess11"/>
    <dgm:cxn modelId="{BC71654D-5258-4B8E-A7E0-A441973595A5}" type="presOf" srcId="{FCC3C81E-5F05-443B-B537-5074485C2738}" destId="{FDA97952-9C39-4BFA-B7CF-19A804078DDB}" srcOrd="0" destOrd="0" presId="urn:microsoft.com/office/officeart/2005/8/layout/hProcess11"/>
    <dgm:cxn modelId="{04D6AE6E-BC34-4097-A93A-0076C431869E}" srcId="{9C1C098F-5939-413C-A858-6A5B8EA22846}" destId="{2BCBFB0E-7BEA-4AC8-BEF1-B00092885E66}" srcOrd="6" destOrd="0" parTransId="{03E5376F-18AD-40FA-AE7B-C652E2C6C407}" sibTransId="{ABFF4861-3CA1-4D9D-9625-A16C8F1CF823}"/>
    <dgm:cxn modelId="{20FB505A-72E4-418C-81F3-F1F086B61AEB}" type="presOf" srcId="{C337D992-A4B1-4F3C-983E-5EC8E05A1144}" destId="{EDB1BCAF-6974-464E-93D9-BEA67C4035D2}" srcOrd="0" destOrd="0" presId="urn:microsoft.com/office/officeart/2005/8/layout/hProcess11"/>
    <dgm:cxn modelId="{5A902A83-4206-40C1-87A4-E9C89AF6CFD5}" type="presOf" srcId="{2BCBFB0E-7BEA-4AC8-BEF1-B00092885E66}" destId="{C3E16B16-3061-4106-8F83-B5F72EF84F8A}" srcOrd="0" destOrd="0" presId="urn:microsoft.com/office/officeart/2005/8/layout/hProcess11"/>
    <dgm:cxn modelId="{81DC2D86-2AF2-430D-855B-18FC8C5EE097}" type="presOf" srcId="{C3ECFCBE-45C3-4E5B-AB4E-4B287EFE863F}" destId="{4D7A316D-E0BB-48E1-8212-04B374CEF0BA}" srcOrd="0" destOrd="0" presId="urn:microsoft.com/office/officeart/2005/8/layout/hProcess11"/>
    <dgm:cxn modelId="{FF693B86-3E80-4139-95D7-D614325256F1}" srcId="{9C1C098F-5939-413C-A858-6A5B8EA22846}" destId="{3F2F1FEF-CECA-453B-84FF-7ABF65ED9E6F}" srcOrd="5" destOrd="0" parTransId="{39E6F60F-7756-40E9-97A5-94AE39E1CFFF}" sibTransId="{CF4AC4BB-C6D1-433E-A29F-6E5BA7339060}"/>
    <dgm:cxn modelId="{FA1A15B1-57AC-4F25-A2B6-F993B1BF1504}" srcId="{9C1C098F-5939-413C-A858-6A5B8EA22846}" destId="{FCC3C81E-5F05-443B-B537-5074485C2738}" srcOrd="2" destOrd="0" parTransId="{52FCF5C8-D041-41AF-8B8F-F7EB878154A1}" sibTransId="{F43D10F5-491E-4861-BF70-FF2BC243499F}"/>
    <dgm:cxn modelId="{167D9FE2-AB16-440F-A5A3-0118A20685E9}" type="presOf" srcId="{3F2F1FEF-CECA-453B-84FF-7ABF65ED9E6F}" destId="{C49637A1-684C-42CF-AF31-2B30D894EF94}" srcOrd="0" destOrd="0" presId="urn:microsoft.com/office/officeart/2005/8/layout/hProcess11"/>
    <dgm:cxn modelId="{1936666D-F761-4A06-AA42-53D9C358DEB3}" type="presParOf" srcId="{2DAD2E7E-9D50-4AEF-8F03-16002C506318}" destId="{61615C27-1BCD-4E49-93A2-3401F32FBD60}" srcOrd="0" destOrd="0" presId="urn:microsoft.com/office/officeart/2005/8/layout/hProcess11"/>
    <dgm:cxn modelId="{CE5B01BB-7137-4A20-9818-C9AD1E75865B}" type="presParOf" srcId="{2DAD2E7E-9D50-4AEF-8F03-16002C506318}" destId="{D8C00C09-67F1-4347-B9F2-D373DE17D709}" srcOrd="1" destOrd="0" presId="urn:microsoft.com/office/officeart/2005/8/layout/hProcess11"/>
    <dgm:cxn modelId="{5204AA04-2CD4-41E8-8854-92807C9E94BD}" type="presParOf" srcId="{D8C00C09-67F1-4347-B9F2-D373DE17D709}" destId="{DE4DF0CE-9EC1-4CB3-A4D9-31D2DC332046}" srcOrd="0" destOrd="0" presId="urn:microsoft.com/office/officeart/2005/8/layout/hProcess11"/>
    <dgm:cxn modelId="{BC9C69FF-973C-4AA9-ABDE-9E33C5ED3C4D}" type="presParOf" srcId="{DE4DF0CE-9EC1-4CB3-A4D9-31D2DC332046}" destId="{EDB1BCAF-6974-464E-93D9-BEA67C4035D2}" srcOrd="0" destOrd="0" presId="urn:microsoft.com/office/officeart/2005/8/layout/hProcess11"/>
    <dgm:cxn modelId="{1B36D310-7009-4B42-ACC1-6FB40D271797}" type="presParOf" srcId="{DE4DF0CE-9EC1-4CB3-A4D9-31D2DC332046}" destId="{E0F801D2-82EC-4824-99AE-BABB18C29893}" srcOrd="1" destOrd="0" presId="urn:microsoft.com/office/officeart/2005/8/layout/hProcess11"/>
    <dgm:cxn modelId="{13E80972-6DB5-42E7-80CE-9E580E754834}" type="presParOf" srcId="{DE4DF0CE-9EC1-4CB3-A4D9-31D2DC332046}" destId="{0D53D8D0-1DD8-4C50-9106-2DF29924AA50}" srcOrd="2" destOrd="0" presId="urn:microsoft.com/office/officeart/2005/8/layout/hProcess11"/>
    <dgm:cxn modelId="{1AF73396-0A52-4B80-AEAF-3B3A814907EC}" type="presParOf" srcId="{D8C00C09-67F1-4347-B9F2-D373DE17D709}" destId="{32CB86BF-946C-46BF-9D75-45296991ACAF}" srcOrd="1" destOrd="0" presId="urn:microsoft.com/office/officeart/2005/8/layout/hProcess11"/>
    <dgm:cxn modelId="{91C2E347-B62A-49F1-9926-7C8FDDCE3B9C}" type="presParOf" srcId="{D8C00C09-67F1-4347-B9F2-D373DE17D709}" destId="{476B4BA1-8AFE-4C94-A88A-28D281AE5A3B}" srcOrd="2" destOrd="0" presId="urn:microsoft.com/office/officeart/2005/8/layout/hProcess11"/>
    <dgm:cxn modelId="{667B6897-4EE6-41B1-9D45-A2C67C0DFDA4}" type="presParOf" srcId="{476B4BA1-8AFE-4C94-A88A-28D281AE5A3B}" destId="{255DEB26-71B3-4087-BB79-51C9AED6AF51}" srcOrd="0" destOrd="0" presId="urn:microsoft.com/office/officeart/2005/8/layout/hProcess11"/>
    <dgm:cxn modelId="{D9FF283A-B59F-4843-95C3-3F529670492C}" type="presParOf" srcId="{476B4BA1-8AFE-4C94-A88A-28D281AE5A3B}" destId="{0CF3526B-FBCA-4B6D-B18A-6177BBA4669B}" srcOrd="1" destOrd="0" presId="urn:microsoft.com/office/officeart/2005/8/layout/hProcess11"/>
    <dgm:cxn modelId="{E6D02F7E-3041-442E-AA5E-EDDC5D83234B}" type="presParOf" srcId="{476B4BA1-8AFE-4C94-A88A-28D281AE5A3B}" destId="{067FBFEA-05D4-46AC-97FB-69DA597A8EBC}" srcOrd="2" destOrd="0" presId="urn:microsoft.com/office/officeart/2005/8/layout/hProcess11"/>
    <dgm:cxn modelId="{640EDA7D-D0FF-422C-94C1-2A93246E58D4}" type="presParOf" srcId="{D8C00C09-67F1-4347-B9F2-D373DE17D709}" destId="{F1A70FF4-95A5-4BF6-9E75-F199C9067919}" srcOrd="3" destOrd="0" presId="urn:microsoft.com/office/officeart/2005/8/layout/hProcess11"/>
    <dgm:cxn modelId="{7A9E9F43-B975-4C54-B134-E71A778157D7}" type="presParOf" srcId="{D8C00C09-67F1-4347-B9F2-D373DE17D709}" destId="{E23BA30E-6271-4AEC-92D2-0B3E4C7D44C2}" srcOrd="4" destOrd="0" presId="urn:microsoft.com/office/officeart/2005/8/layout/hProcess11"/>
    <dgm:cxn modelId="{2710B812-650B-4D34-B7F8-C84280455B3A}" type="presParOf" srcId="{E23BA30E-6271-4AEC-92D2-0B3E4C7D44C2}" destId="{FDA97952-9C39-4BFA-B7CF-19A804078DDB}" srcOrd="0" destOrd="0" presId="urn:microsoft.com/office/officeart/2005/8/layout/hProcess11"/>
    <dgm:cxn modelId="{54F17DB4-12F3-45C1-8E37-51698D980FA2}" type="presParOf" srcId="{E23BA30E-6271-4AEC-92D2-0B3E4C7D44C2}" destId="{0D3FF8C8-0735-45CA-9C74-07FC5F9407CF}" srcOrd="1" destOrd="0" presId="urn:microsoft.com/office/officeart/2005/8/layout/hProcess11"/>
    <dgm:cxn modelId="{1F25BF25-A8DF-4E95-AE98-D0B786AF9D4C}" type="presParOf" srcId="{E23BA30E-6271-4AEC-92D2-0B3E4C7D44C2}" destId="{6AE761CE-F0E8-4DFB-8C62-5B98A38A3550}" srcOrd="2" destOrd="0" presId="urn:microsoft.com/office/officeart/2005/8/layout/hProcess11"/>
    <dgm:cxn modelId="{4F4B539B-E12B-41E4-A861-FC9E0EBB016E}" type="presParOf" srcId="{D8C00C09-67F1-4347-B9F2-D373DE17D709}" destId="{332B6AD9-F849-453E-9DE0-F19795A319F8}" srcOrd="5" destOrd="0" presId="urn:microsoft.com/office/officeart/2005/8/layout/hProcess11"/>
    <dgm:cxn modelId="{E84A3E1D-BAE2-4EB2-B0EB-C8D556F7B5BB}" type="presParOf" srcId="{D8C00C09-67F1-4347-B9F2-D373DE17D709}" destId="{A77425FD-EFBE-4FAA-945A-3C886F09015E}" srcOrd="6" destOrd="0" presId="urn:microsoft.com/office/officeart/2005/8/layout/hProcess11"/>
    <dgm:cxn modelId="{76ADCF2B-7AB0-45B6-B4B0-BBCD50A62856}" type="presParOf" srcId="{A77425FD-EFBE-4FAA-945A-3C886F09015E}" destId="{4D7A316D-E0BB-48E1-8212-04B374CEF0BA}" srcOrd="0" destOrd="0" presId="urn:microsoft.com/office/officeart/2005/8/layout/hProcess11"/>
    <dgm:cxn modelId="{2EBC22F7-58E5-4803-AB69-59EB8A262A96}" type="presParOf" srcId="{A77425FD-EFBE-4FAA-945A-3C886F09015E}" destId="{82D9E778-8299-4498-9B56-C8494622ACE3}" srcOrd="1" destOrd="0" presId="urn:microsoft.com/office/officeart/2005/8/layout/hProcess11"/>
    <dgm:cxn modelId="{4A00CB0F-D265-499A-B409-63E5A1748B72}" type="presParOf" srcId="{A77425FD-EFBE-4FAA-945A-3C886F09015E}" destId="{B360D456-B945-47F0-93EA-4561DF385381}" srcOrd="2" destOrd="0" presId="urn:microsoft.com/office/officeart/2005/8/layout/hProcess11"/>
    <dgm:cxn modelId="{62366E1A-AF9F-4BC5-9EBF-3FA7913A3BDD}" type="presParOf" srcId="{D8C00C09-67F1-4347-B9F2-D373DE17D709}" destId="{48DC0381-7930-4179-A4E9-BA4C3A918154}" srcOrd="7" destOrd="0" presId="urn:microsoft.com/office/officeart/2005/8/layout/hProcess11"/>
    <dgm:cxn modelId="{B286F62A-AA04-4CB6-A131-9B6C61804DD7}" type="presParOf" srcId="{D8C00C09-67F1-4347-B9F2-D373DE17D709}" destId="{E0B974A7-CADB-4CAA-B1E3-08425372F5F9}" srcOrd="8" destOrd="0" presId="urn:microsoft.com/office/officeart/2005/8/layout/hProcess11"/>
    <dgm:cxn modelId="{D1BC046A-9B6A-4AE0-A9F7-03716074D182}" type="presParOf" srcId="{E0B974A7-CADB-4CAA-B1E3-08425372F5F9}" destId="{D5652097-60CA-46A7-B62D-3D2BD5CDF189}" srcOrd="0" destOrd="0" presId="urn:microsoft.com/office/officeart/2005/8/layout/hProcess11"/>
    <dgm:cxn modelId="{E2D81E6B-C165-4935-A80F-958A0D9156F7}" type="presParOf" srcId="{E0B974A7-CADB-4CAA-B1E3-08425372F5F9}" destId="{69855E1C-D189-46D8-866B-B60217E93F10}" srcOrd="1" destOrd="0" presId="urn:microsoft.com/office/officeart/2005/8/layout/hProcess11"/>
    <dgm:cxn modelId="{C6C22AFD-706B-4518-AFB7-EDE1977237AB}" type="presParOf" srcId="{E0B974A7-CADB-4CAA-B1E3-08425372F5F9}" destId="{7639CD73-EBF4-460E-8F31-AC28FE25707A}" srcOrd="2" destOrd="0" presId="urn:microsoft.com/office/officeart/2005/8/layout/hProcess11"/>
    <dgm:cxn modelId="{C2DEF761-A2BF-469B-BEC4-8D54448FFEC9}" type="presParOf" srcId="{D8C00C09-67F1-4347-B9F2-D373DE17D709}" destId="{0E140DA1-3B47-4A04-8FDF-B09B516F9E01}" srcOrd="9" destOrd="0" presId="urn:microsoft.com/office/officeart/2005/8/layout/hProcess11"/>
    <dgm:cxn modelId="{F6433D48-441B-4484-A75D-4E20085461A6}" type="presParOf" srcId="{D8C00C09-67F1-4347-B9F2-D373DE17D709}" destId="{A7C4DEF4-14A2-48CF-A35F-8D31AAA586E6}" srcOrd="10" destOrd="0" presId="urn:microsoft.com/office/officeart/2005/8/layout/hProcess11"/>
    <dgm:cxn modelId="{02A885B5-1EE5-4E31-9D4B-31B58D74AD3E}" type="presParOf" srcId="{A7C4DEF4-14A2-48CF-A35F-8D31AAA586E6}" destId="{C49637A1-684C-42CF-AF31-2B30D894EF94}" srcOrd="0" destOrd="0" presId="urn:microsoft.com/office/officeart/2005/8/layout/hProcess11"/>
    <dgm:cxn modelId="{1CE49845-26CD-43DB-9286-3C284DE7793D}" type="presParOf" srcId="{A7C4DEF4-14A2-48CF-A35F-8D31AAA586E6}" destId="{D6B0B036-DDAB-4DFF-BD21-4C25ACD11D14}" srcOrd="1" destOrd="0" presId="urn:microsoft.com/office/officeart/2005/8/layout/hProcess11"/>
    <dgm:cxn modelId="{04D521D3-128E-403C-AAD6-B1DE40B637E6}" type="presParOf" srcId="{A7C4DEF4-14A2-48CF-A35F-8D31AAA586E6}" destId="{499B738D-528E-4A18-AA63-316EAF5497EA}" srcOrd="2" destOrd="0" presId="urn:microsoft.com/office/officeart/2005/8/layout/hProcess11"/>
    <dgm:cxn modelId="{959B3089-C2C6-4D3C-A6C6-0833486CC962}" type="presParOf" srcId="{D8C00C09-67F1-4347-B9F2-D373DE17D709}" destId="{CE4B4CFC-3888-4AED-979C-7CC2BE9E0EB8}" srcOrd="11" destOrd="0" presId="urn:microsoft.com/office/officeart/2005/8/layout/hProcess11"/>
    <dgm:cxn modelId="{8FCC253C-84E2-4960-816A-51F00AF0165B}" type="presParOf" srcId="{D8C00C09-67F1-4347-B9F2-D373DE17D709}" destId="{3490B56F-87B5-42CF-B586-73323271BD00}" srcOrd="12" destOrd="0" presId="urn:microsoft.com/office/officeart/2005/8/layout/hProcess11"/>
    <dgm:cxn modelId="{67F15E97-DB09-4004-B718-6273C7C26EBD}" type="presParOf" srcId="{3490B56F-87B5-42CF-B586-73323271BD00}" destId="{C3E16B16-3061-4106-8F83-B5F72EF84F8A}" srcOrd="0" destOrd="0" presId="urn:microsoft.com/office/officeart/2005/8/layout/hProcess11"/>
    <dgm:cxn modelId="{FE4F0481-6602-4609-AC6D-A85CF9BB8FC1}" type="presParOf" srcId="{3490B56F-87B5-42CF-B586-73323271BD00}" destId="{E07A7B5C-0C8B-40BC-B20C-F0DA69F76F23}" srcOrd="1" destOrd="0" presId="urn:microsoft.com/office/officeart/2005/8/layout/hProcess11"/>
    <dgm:cxn modelId="{9695753D-FE73-4D80-B891-36426B071613}" type="presParOf" srcId="{3490B56F-87B5-42CF-B586-73323271BD00}" destId="{B7B2433C-7290-4C85-94B7-6BE49E809EDF}"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2DE784-1F79-4A66-BB92-2034ABF7F9B9}">
      <dsp:nvSpPr>
        <dsp:cNvPr id="0" name=""/>
        <dsp:cNvSpPr/>
      </dsp:nvSpPr>
      <dsp:spPr>
        <a:xfrm rot="16200000">
          <a:off x="286398" y="-286398"/>
          <a:ext cx="1958132" cy="2530928"/>
        </a:xfrm>
        <a:prstGeom prst="round1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MY" sz="1800" kern="1200"/>
            <a:t>Manual data entry errors during LO preparation.</a:t>
          </a:r>
        </a:p>
      </dsp:txBody>
      <dsp:txXfrm rot="5400000">
        <a:off x="0" y="0"/>
        <a:ext cx="2530928" cy="1468599"/>
      </dsp:txXfrm>
    </dsp:sp>
    <dsp:sp modelId="{121B5F43-422A-4FF8-8311-2062B56DBACE}">
      <dsp:nvSpPr>
        <dsp:cNvPr id="0" name=""/>
        <dsp:cNvSpPr/>
      </dsp:nvSpPr>
      <dsp:spPr>
        <a:xfrm>
          <a:off x="2530928" y="0"/>
          <a:ext cx="2530928" cy="1958132"/>
        </a:xfrm>
        <a:prstGeom prst="round1Rect">
          <a:avLst/>
        </a:prstGeom>
        <a:solidFill>
          <a:schemeClr val="accent5">
            <a:hueOff val="4231"/>
            <a:satOff val="-433"/>
            <a:lumOff val="10588"/>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MY" sz="1800" kern="1200" dirty="0"/>
            <a:t>Insufficient review prior to issuance.</a:t>
          </a:r>
        </a:p>
      </dsp:txBody>
      <dsp:txXfrm>
        <a:off x="2530928" y="0"/>
        <a:ext cx="2530928" cy="1468599"/>
      </dsp:txXfrm>
    </dsp:sp>
    <dsp:sp modelId="{9F9EC9F6-5556-469A-810E-EAA50EEA6FEF}">
      <dsp:nvSpPr>
        <dsp:cNvPr id="0" name=""/>
        <dsp:cNvSpPr/>
      </dsp:nvSpPr>
      <dsp:spPr>
        <a:xfrm rot="10800000">
          <a:off x="0" y="1958132"/>
          <a:ext cx="2530928" cy="1958132"/>
        </a:xfrm>
        <a:prstGeom prst="round1Rect">
          <a:avLst/>
        </a:prstGeom>
        <a:solidFill>
          <a:schemeClr val="accent5">
            <a:hueOff val="8463"/>
            <a:satOff val="-867"/>
            <a:lumOff val="2117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MY" sz="1800" kern="1200" dirty="0"/>
            <a:t>Inconsistent adherence to established procedures.</a:t>
          </a:r>
        </a:p>
      </dsp:txBody>
      <dsp:txXfrm rot="10800000">
        <a:off x="0" y="2447665"/>
        <a:ext cx="2530928" cy="1468599"/>
      </dsp:txXfrm>
    </dsp:sp>
    <dsp:sp modelId="{F77E2605-3700-45B3-A537-D1DE3A46B6ED}">
      <dsp:nvSpPr>
        <dsp:cNvPr id="0" name=""/>
        <dsp:cNvSpPr/>
      </dsp:nvSpPr>
      <dsp:spPr>
        <a:xfrm rot="5400000">
          <a:off x="2817326" y="1671733"/>
          <a:ext cx="1958132" cy="2530928"/>
        </a:xfrm>
        <a:prstGeom prst="round1Rect">
          <a:avLst/>
        </a:prstGeom>
        <a:solidFill>
          <a:schemeClr val="accent5">
            <a:hueOff val="12694"/>
            <a:satOff val="-1300"/>
            <a:lumOff val="3176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MY" sz="1800" kern="1200" dirty="0"/>
            <a:t>Incomplete Maker-Checker verification.</a:t>
          </a:r>
        </a:p>
      </dsp:txBody>
      <dsp:txXfrm rot="-5400000">
        <a:off x="2530929" y="2447664"/>
        <a:ext cx="2530928" cy="1468599"/>
      </dsp:txXfrm>
    </dsp:sp>
    <dsp:sp modelId="{24CEFB32-19B9-4E18-A2CA-7B459890F3F7}">
      <dsp:nvSpPr>
        <dsp:cNvPr id="0" name=""/>
        <dsp:cNvSpPr/>
      </dsp:nvSpPr>
      <dsp:spPr>
        <a:xfrm>
          <a:off x="1771649" y="1468598"/>
          <a:ext cx="1518557" cy="979066"/>
        </a:xfrm>
        <a:prstGeom prst="roundRect">
          <a:avLst/>
        </a:prstGeom>
        <a:solidFill>
          <a:schemeClr val="accent5">
            <a:tint val="4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MY" sz="1800" kern="1200"/>
            <a:t>Potential Root Causes</a:t>
          </a:r>
        </a:p>
      </dsp:txBody>
      <dsp:txXfrm>
        <a:off x="1819443" y="1516392"/>
        <a:ext cx="1422969" cy="88347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A35CE0-F453-483E-A37A-180F178DDE74}">
      <dsp:nvSpPr>
        <dsp:cNvPr id="0" name=""/>
        <dsp:cNvSpPr/>
      </dsp:nvSpPr>
      <dsp:spPr>
        <a:xfrm>
          <a:off x="797954" y="163923"/>
          <a:ext cx="3597614" cy="3597900"/>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MY" sz="2400" kern="1200" dirty="0"/>
            <a:t>Demonstrate the feasibility of using AI to strengthen LO review controls and support KCT testing activities.</a:t>
          </a:r>
        </a:p>
      </dsp:txBody>
      <dsp:txXfrm>
        <a:off x="1324812" y="690823"/>
        <a:ext cx="2543898" cy="2544100"/>
      </dsp:txXfrm>
    </dsp:sp>
    <dsp:sp modelId="{05083B11-6A52-4F2A-8052-095672B4F45F}">
      <dsp:nvSpPr>
        <dsp:cNvPr id="0" name=""/>
        <dsp:cNvSpPr/>
      </dsp:nvSpPr>
      <dsp:spPr>
        <a:xfrm>
          <a:off x="2850909" y="0"/>
          <a:ext cx="400375" cy="400140"/>
        </a:xfrm>
        <a:prstGeom prst="ellips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141F8071-33DF-4EEF-9781-DA5D5161D6FE}">
      <dsp:nvSpPr>
        <dsp:cNvPr id="0" name=""/>
        <dsp:cNvSpPr/>
      </dsp:nvSpPr>
      <dsp:spPr>
        <a:xfrm>
          <a:off x="1903518" y="3494503"/>
          <a:ext cx="289984" cy="290017"/>
        </a:xfrm>
        <a:prstGeom prst="ellips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C3C5D5DF-DD4C-4D20-AE6C-81C409A66C3F}">
      <dsp:nvSpPr>
        <dsp:cNvPr id="0" name=""/>
        <dsp:cNvSpPr/>
      </dsp:nvSpPr>
      <dsp:spPr>
        <a:xfrm>
          <a:off x="4627061" y="1624099"/>
          <a:ext cx="289984" cy="290017"/>
        </a:xfrm>
        <a:prstGeom prst="ellipse">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C180D401-FF7D-456A-A568-B0EC50B5DC83}">
      <dsp:nvSpPr>
        <dsp:cNvPr id="0" name=""/>
        <dsp:cNvSpPr/>
      </dsp:nvSpPr>
      <dsp:spPr>
        <a:xfrm>
          <a:off x="3240987" y="3803014"/>
          <a:ext cx="400375" cy="400140"/>
        </a:xfrm>
        <a:prstGeom prst="ellipse">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43DA0F5A-026C-4176-A307-24E697AFCB4F}">
      <dsp:nvSpPr>
        <dsp:cNvPr id="0" name=""/>
        <dsp:cNvSpPr/>
      </dsp:nvSpPr>
      <dsp:spPr>
        <a:xfrm>
          <a:off x="1985488" y="568686"/>
          <a:ext cx="289984" cy="290017"/>
        </a:xfrm>
        <a:prstGeom prst="ellipse">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87462492-9D8D-4D2E-A3AE-FF78A8F479A0}">
      <dsp:nvSpPr>
        <dsp:cNvPr id="0" name=""/>
        <dsp:cNvSpPr/>
      </dsp:nvSpPr>
      <dsp:spPr>
        <a:xfrm>
          <a:off x="1072285" y="2227672"/>
          <a:ext cx="289984" cy="290017"/>
        </a:xfrm>
        <a:prstGeom prst="ellips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6A7D41-D7B6-473C-9993-3E6915A459BD}">
      <dsp:nvSpPr>
        <dsp:cNvPr id="0" name=""/>
        <dsp:cNvSpPr/>
      </dsp:nvSpPr>
      <dsp:spPr>
        <a:xfrm>
          <a:off x="2407484" y="1338193"/>
          <a:ext cx="1520516" cy="1520703"/>
        </a:xfrm>
        <a:prstGeom prst="ellipse">
          <a:avLst/>
        </a:prstGeom>
        <a:solidFill>
          <a:schemeClr val="accent2">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AFD57F04-4EA3-4729-A62A-BE254DE80E85}">
      <dsp:nvSpPr>
        <dsp:cNvPr id="0" name=""/>
        <dsp:cNvSpPr/>
      </dsp:nvSpPr>
      <dsp:spPr>
        <a:xfrm>
          <a:off x="2296613" y="151280"/>
          <a:ext cx="1742258" cy="932374"/>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r>
            <a:rPr lang="en-MY" sz="1300" b="1" kern="1200" dirty="0"/>
            <a:t>KCT-00001</a:t>
          </a:r>
          <a:r>
            <a:rPr lang="en-MY" sz="1300" kern="1200" dirty="0"/>
            <a:t>	</a:t>
          </a:r>
        </a:p>
        <a:p>
          <a:pPr marL="0" lvl="0" indent="0" algn="ctr" defTabSz="577850">
            <a:lnSpc>
              <a:spcPct val="90000"/>
            </a:lnSpc>
            <a:spcBef>
              <a:spcPct val="0"/>
            </a:spcBef>
            <a:spcAft>
              <a:spcPct val="35000"/>
            </a:spcAft>
            <a:buNone/>
          </a:pPr>
          <a:r>
            <a:rPr lang="en-MY" sz="1300" kern="1200" dirty="0"/>
            <a:t>Data Accuracy - Incorrect Facility Amount</a:t>
          </a:r>
        </a:p>
      </dsp:txBody>
      <dsp:txXfrm>
        <a:off x="2296613" y="151280"/>
        <a:ext cx="1742258" cy="932374"/>
      </dsp:txXfrm>
    </dsp:sp>
    <dsp:sp modelId="{7832DAE9-735A-41FE-AC73-35AA4B9EA344}">
      <dsp:nvSpPr>
        <dsp:cNvPr id="0" name=""/>
        <dsp:cNvSpPr/>
      </dsp:nvSpPr>
      <dsp:spPr>
        <a:xfrm>
          <a:off x="2853502" y="1552639"/>
          <a:ext cx="1520516" cy="1520703"/>
        </a:xfrm>
        <a:prstGeom prst="ellipse">
          <a:avLst/>
        </a:prstGeom>
        <a:solidFill>
          <a:schemeClr val="accent2">
            <a:alpha val="50000"/>
            <a:hueOff val="469034"/>
            <a:satOff val="0"/>
            <a:lumOff val="-1896"/>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C0272476-C4F6-41A5-8C57-AFCDBB876251}">
      <dsp:nvSpPr>
        <dsp:cNvPr id="0" name=""/>
        <dsp:cNvSpPr/>
      </dsp:nvSpPr>
      <dsp:spPr>
        <a:xfrm>
          <a:off x="4561549" y="1037036"/>
          <a:ext cx="1647226" cy="1025612"/>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r>
            <a:rPr lang="en-MY" sz="1300" b="1" kern="1200" dirty="0"/>
            <a:t>KCT-00002</a:t>
          </a:r>
          <a:r>
            <a:rPr lang="en-MY" sz="1300" kern="1200" dirty="0"/>
            <a:t>	</a:t>
          </a:r>
        </a:p>
        <a:p>
          <a:pPr marL="0" lvl="0" indent="0" algn="ctr" defTabSz="577850">
            <a:lnSpc>
              <a:spcPct val="90000"/>
            </a:lnSpc>
            <a:spcBef>
              <a:spcPct val="0"/>
            </a:spcBef>
            <a:spcAft>
              <a:spcPct val="35000"/>
            </a:spcAft>
            <a:buNone/>
          </a:pPr>
          <a:r>
            <a:rPr lang="en-MY" sz="1300" kern="1200" dirty="0"/>
            <a:t>Data Accuracy - Incorrect Facility Purpose</a:t>
          </a:r>
        </a:p>
      </dsp:txBody>
      <dsp:txXfrm>
        <a:off x="4561549" y="1037036"/>
        <a:ext cx="1647226" cy="1025612"/>
      </dsp:txXfrm>
    </dsp:sp>
    <dsp:sp modelId="{41FE0265-7114-49EF-835E-A1E9ABC8AAF6}">
      <dsp:nvSpPr>
        <dsp:cNvPr id="0" name=""/>
        <dsp:cNvSpPr/>
      </dsp:nvSpPr>
      <dsp:spPr>
        <a:xfrm>
          <a:off x="2963106" y="2035143"/>
          <a:ext cx="1520516" cy="1520703"/>
        </a:xfrm>
        <a:prstGeom prst="ellipse">
          <a:avLst/>
        </a:prstGeom>
        <a:solidFill>
          <a:schemeClr val="accent2">
            <a:alpha val="50000"/>
            <a:hueOff val="938067"/>
            <a:satOff val="0"/>
            <a:lumOff val="-379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0FBF09BE-38AC-4045-B37D-BF4C4B0A1DCD}">
      <dsp:nvSpPr>
        <dsp:cNvPr id="0" name=""/>
        <dsp:cNvSpPr/>
      </dsp:nvSpPr>
      <dsp:spPr>
        <a:xfrm>
          <a:off x="4719937" y="2342360"/>
          <a:ext cx="1615548" cy="1095540"/>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r>
            <a:rPr lang="en-MY" sz="1300" b="1" kern="1200" dirty="0"/>
            <a:t>KCT-00003</a:t>
          </a:r>
          <a:r>
            <a:rPr lang="en-MY" sz="1300" kern="1200" dirty="0"/>
            <a:t>	</a:t>
          </a:r>
        </a:p>
        <a:p>
          <a:pPr marL="0" lvl="0" indent="0" algn="ctr" defTabSz="577850">
            <a:lnSpc>
              <a:spcPct val="90000"/>
            </a:lnSpc>
            <a:spcBef>
              <a:spcPct val="0"/>
            </a:spcBef>
            <a:spcAft>
              <a:spcPct val="35000"/>
            </a:spcAft>
            <a:buNone/>
          </a:pPr>
          <a:r>
            <a:rPr lang="en-MY" sz="1300" kern="1200" dirty="0"/>
            <a:t>Data Accuracy - Incorrect Pricing/Profit Rate</a:t>
          </a:r>
        </a:p>
      </dsp:txBody>
      <dsp:txXfrm>
        <a:off x="4719937" y="2342360"/>
        <a:ext cx="1615548" cy="1095540"/>
      </dsp:txXfrm>
    </dsp:sp>
    <dsp:sp modelId="{82370735-5645-483F-B220-8F284E418A34}">
      <dsp:nvSpPr>
        <dsp:cNvPr id="0" name=""/>
        <dsp:cNvSpPr/>
      </dsp:nvSpPr>
      <dsp:spPr>
        <a:xfrm>
          <a:off x="2654568" y="2422078"/>
          <a:ext cx="1520516" cy="1520703"/>
        </a:xfrm>
        <a:prstGeom prst="ellipse">
          <a:avLst/>
        </a:prstGeom>
        <a:solidFill>
          <a:schemeClr val="accent2">
            <a:alpha val="50000"/>
            <a:hueOff val="1407101"/>
            <a:satOff val="0"/>
            <a:lumOff val="-568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BFDFB427-B8D9-4CA4-AD1F-083AC9713D5F}">
      <dsp:nvSpPr>
        <dsp:cNvPr id="0" name=""/>
        <dsp:cNvSpPr/>
      </dsp:nvSpPr>
      <dsp:spPr>
        <a:xfrm>
          <a:off x="4023033" y="3810850"/>
          <a:ext cx="1742258" cy="1002302"/>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r>
            <a:rPr lang="en-MY" sz="1300" b="1" kern="1200" dirty="0"/>
            <a:t>KCT-00004</a:t>
          </a:r>
          <a:r>
            <a:rPr lang="en-MY" sz="1300" kern="1200" dirty="0"/>
            <a:t>	</a:t>
          </a:r>
        </a:p>
        <a:p>
          <a:pPr marL="0" lvl="0" indent="0" algn="ctr" defTabSz="577850">
            <a:lnSpc>
              <a:spcPct val="90000"/>
            </a:lnSpc>
            <a:spcBef>
              <a:spcPct val="0"/>
            </a:spcBef>
            <a:spcAft>
              <a:spcPct val="35000"/>
            </a:spcAft>
            <a:buNone/>
          </a:pPr>
          <a:r>
            <a:rPr lang="en-MY" sz="1300" kern="1200" dirty="0"/>
            <a:t>Data Accuracy - Incorrect Facility Tenure</a:t>
          </a:r>
        </a:p>
      </dsp:txBody>
      <dsp:txXfrm>
        <a:off x="4023033" y="3810850"/>
        <a:ext cx="1742258" cy="1002302"/>
      </dsp:txXfrm>
    </dsp:sp>
    <dsp:sp modelId="{D267E64B-ED65-4AF7-8B06-6CE5AA42D687}">
      <dsp:nvSpPr>
        <dsp:cNvPr id="0" name=""/>
        <dsp:cNvSpPr/>
      </dsp:nvSpPr>
      <dsp:spPr>
        <a:xfrm>
          <a:off x="2160400" y="2422078"/>
          <a:ext cx="1520516" cy="1520703"/>
        </a:xfrm>
        <a:prstGeom prst="ellipse">
          <a:avLst/>
        </a:prstGeom>
        <a:solidFill>
          <a:schemeClr val="accent2">
            <a:alpha val="50000"/>
            <a:hueOff val="1876135"/>
            <a:satOff val="0"/>
            <a:lumOff val="-758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432EA9EF-0F93-44E6-B14E-0B3312EEAFE0}">
      <dsp:nvSpPr>
        <dsp:cNvPr id="0" name=""/>
        <dsp:cNvSpPr/>
      </dsp:nvSpPr>
      <dsp:spPr>
        <a:xfrm>
          <a:off x="570193" y="3810850"/>
          <a:ext cx="1742258" cy="1002302"/>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r>
            <a:rPr lang="en-MY" sz="1300" b="1" kern="1200" dirty="0"/>
            <a:t>KCT-00005</a:t>
          </a:r>
          <a:r>
            <a:rPr lang="en-MY" sz="1300" kern="1200" dirty="0"/>
            <a:t>	</a:t>
          </a:r>
        </a:p>
        <a:p>
          <a:pPr marL="0" lvl="0" indent="0" algn="ctr" defTabSz="577850">
            <a:lnSpc>
              <a:spcPct val="90000"/>
            </a:lnSpc>
            <a:spcBef>
              <a:spcPct val="0"/>
            </a:spcBef>
            <a:spcAft>
              <a:spcPct val="35000"/>
            </a:spcAft>
            <a:buNone/>
          </a:pPr>
          <a:r>
            <a:rPr lang="en-MY" sz="1300" kern="1200" dirty="0"/>
            <a:t>Completeness - Missing Special Conditions</a:t>
          </a:r>
        </a:p>
      </dsp:txBody>
      <dsp:txXfrm>
        <a:off x="570193" y="3810850"/>
        <a:ext cx="1742258" cy="1002302"/>
      </dsp:txXfrm>
    </dsp:sp>
    <dsp:sp modelId="{032617B8-0753-4677-BBE8-03C2D254B5DA}">
      <dsp:nvSpPr>
        <dsp:cNvPr id="0" name=""/>
        <dsp:cNvSpPr/>
      </dsp:nvSpPr>
      <dsp:spPr>
        <a:xfrm>
          <a:off x="1851862" y="2035143"/>
          <a:ext cx="1520516" cy="1520703"/>
        </a:xfrm>
        <a:prstGeom prst="ellipse">
          <a:avLst/>
        </a:prstGeom>
        <a:solidFill>
          <a:schemeClr val="accent2">
            <a:alpha val="50000"/>
            <a:hueOff val="2345168"/>
            <a:satOff val="0"/>
            <a:lumOff val="-9478"/>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AF3EB915-6A6A-459C-A120-CE04FA7D448C}">
      <dsp:nvSpPr>
        <dsp:cNvPr id="0" name=""/>
        <dsp:cNvSpPr/>
      </dsp:nvSpPr>
      <dsp:spPr>
        <a:xfrm>
          <a:off x="0" y="2342360"/>
          <a:ext cx="1615548" cy="1095540"/>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r>
            <a:rPr lang="en-MY" sz="1300" b="1" kern="1200" dirty="0"/>
            <a:t>KCT-00006</a:t>
          </a:r>
          <a:r>
            <a:rPr lang="en-MY" sz="1300" kern="1200" dirty="0"/>
            <a:t>	</a:t>
          </a:r>
        </a:p>
        <a:p>
          <a:pPr marL="0" lvl="0" indent="0" algn="ctr" defTabSz="577850">
            <a:lnSpc>
              <a:spcPct val="90000"/>
            </a:lnSpc>
            <a:spcBef>
              <a:spcPct val="0"/>
            </a:spcBef>
            <a:spcAft>
              <a:spcPct val="35000"/>
            </a:spcAft>
            <a:buNone/>
          </a:pPr>
          <a:r>
            <a:rPr lang="en-MY" sz="1300" kern="1200" dirty="0"/>
            <a:t>Approval Control - LO Issued Prior to Approval</a:t>
          </a:r>
        </a:p>
      </dsp:txBody>
      <dsp:txXfrm>
        <a:off x="0" y="2342360"/>
        <a:ext cx="1615548" cy="1095540"/>
      </dsp:txXfrm>
    </dsp:sp>
    <dsp:sp modelId="{67042653-0203-48C2-9FB3-AE0661C07517}">
      <dsp:nvSpPr>
        <dsp:cNvPr id="0" name=""/>
        <dsp:cNvSpPr/>
      </dsp:nvSpPr>
      <dsp:spPr>
        <a:xfrm>
          <a:off x="1961466" y="1552639"/>
          <a:ext cx="1520516" cy="1520703"/>
        </a:xfrm>
        <a:prstGeom prst="ellipse">
          <a:avLst/>
        </a:prstGeom>
        <a:solidFill>
          <a:schemeClr val="accent2">
            <a:alpha val="50000"/>
            <a:hueOff val="2814202"/>
            <a:satOff val="0"/>
            <a:lumOff val="-1137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D9085905-C187-45DC-B7FF-715FF7489D1C}">
      <dsp:nvSpPr>
        <dsp:cNvPr id="0" name=""/>
        <dsp:cNvSpPr/>
      </dsp:nvSpPr>
      <dsp:spPr>
        <a:xfrm>
          <a:off x="126709" y="1037036"/>
          <a:ext cx="1647226" cy="1025612"/>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r>
            <a:rPr lang="en-MY" sz="1300" b="1" kern="1200" dirty="0"/>
            <a:t>KCT-00007</a:t>
          </a:r>
          <a:r>
            <a:rPr lang="en-MY" sz="1300" kern="1200" dirty="0"/>
            <a:t>	</a:t>
          </a:r>
        </a:p>
        <a:p>
          <a:pPr marL="0" lvl="0" indent="0" algn="ctr" defTabSz="577850">
            <a:lnSpc>
              <a:spcPct val="90000"/>
            </a:lnSpc>
            <a:spcBef>
              <a:spcPct val="0"/>
            </a:spcBef>
            <a:spcAft>
              <a:spcPct val="35000"/>
            </a:spcAft>
            <a:buNone/>
          </a:pPr>
          <a:r>
            <a:rPr lang="en-MY" sz="1300" kern="1200" dirty="0"/>
            <a:t>Maker-Checker Control - No Evidence of Dual Control Approval</a:t>
          </a:r>
        </a:p>
      </dsp:txBody>
      <dsp:txXfrm>
        <a:off x="126709" y="1037036"/>
        <a:ext cx="1647226" cy="102561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615C27-1BCD-4E49-93A2-3401F32FBD60}">
      <dsp:nvSpPr>
        <dsp:cNvPr id="0" name=""/>
        <dsp:cNvSpPr/>
      </dsp:nvSpPr>
      <dsp:spPr>
        <a:xfrm>
          <a:off x="0" y="1110342"/>
          <a:ext cx="11762013" cy="1480457"/>
        </a:xfrm>
        <a:prstGeom prst="notchedRightArrow">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DB1BCAF-6974-464E-93D9-BEA67C4035D2}">
      <dsp:nvSpPr>
        <dsp:cNvPr id="0" name=""/>
        <dsp:cNvSpPr/>
      </dsp:nvSpPr>
      <dsp:spPr>
        <a:xfrm>
          <a:off x="2117" y="0"/>
          <a:ext cx="1214866" cy="14804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marL="0" lvl="0" indent="0" algn="ctr" defTabSz="622300">
            <a:lnSpc>
              <a:spcPct val="90000"/>
            </a:lnSpc>
            <a:spcBef>
              <a:spcPct val="0"/>
            </a:spcBef>
            <a:spcAft>
              <a:spcPct val="35000"/>
            </a:spcAft>
            <a:buNone/>
          </a:pPr>
          <a:r>
            <a:rPr lang="en-US" sz="1400" kern="1200" dirty="0"/>
            <a:t>LO vs Credit Paper Comparison	✓</a:t>
          </a:r>
          <a:endParaRPr lang="en-MY" sz="1400" kern="1200" dirty="0"/>
        </a:p>
      </dsp:txBody>
      <dsp:txXfrm>
        <a:off x="2117" y="0"/>
        <a:ext cx="1214866" cy="1480457"/>
      </dsp:txXfrm>
    </dsp:sp>
    <dsp:sp modelId="{E0F801D2-82EC-4824-99AE-BABB18C29893}">
      <dsp:nvSpPr>
        <dsp:cNvPr id="0" name=""/>
        <dsp:cNvSpPr/>
      </dsp:nvSpPr>
      <dsp:spPr>
        <a:xfrm>
          <a:off x="424493" y="1665514"/>
          <a:ext cx="370114" cy="370114"/>
        </a:xfrm>
        <a:prstGeom prst="ellipse">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55DEB26-71B3-4087-BB79-51C9AED6AF51}">
      <dsp:nvSpPr>
        <dsp:cNvPr id="0" name=""/>
        <dsp:cNvSpPr/>
      </dsp:nvSpPr>
      <dsp:spPr>
        <a:xfrm>
          <a:off x="1267315" y="2220685"/>
          <a:ext cx="1280549" cy="14804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r>
            <a:rPr lang="en-US" sz="1400" kern="1200" dirty="0"/>
            <a:t>Facility Amount Verification	✓</a:t>
          </a:r>
          <a:endParaRPr lang="en-MY" sz="1400" kern="1200" dirty="0"/>
        </a:p>
      </dsp:txBody>
      <dsp:txXfrm>
        <a:off x="1267315" y="2220685"/>
        <a:ext cx="1280549" cy="1480457"/>
      </dsp:txXfrm>
    </dsp:sp>
    <dsp:sp modelId="{0CF3526B-FBCA-4B6D-B18A-6177BBA4669B}">
      <dsp:nvSpPr>
        <dsp:cNvPr id="0" name=""/>
        <dsp:cNvSpPr/>
      </dsp:nvSpPr>
      <dsp:spPr>
        <a:xfrm>
          <a:off x="1722532" y="1665514"/>
          <a:ext cx="370114" cy="370114"/>
        </a:xfrm>
        <a:prstGeom prst="ellipse">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DA97952-9C39-4BFA-B7CF-19A804078DDB}">
      <dsp:nvSpPr>
        <dsp:cNvPr id="0" name=""/>
        <dsp:cNvSpPr/>
      </dsp:nvSpPr>
      <dsp:spPr>
        <a:xfrm>
          <a:off x="2598196" y="0"/>
          <a:ext cx="1006634" cy="14804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marL="0" lvl="0" indent="0" algn="ctr" defTabSz="622300">
            <a:lnSpc>
              <a:spcPct val="90000"/>
            </a:lnSpc>
            <a:spcBef>
              <a:spcPct val="0"/>
            </a:spcBef>
            <a:spcAft>
              <a:spcPct val="35000"/>
            </a:spcAft>
            <a:buNone/>
          </a:pPr>
          <a:r>
            <a:rPr lang="en-US" sz="1400" kern="1200"/>
            <a:t>Purpose Matching	✓</a:t>
          </a:r>
          <a:endParaRPr lang="en-MY" sz="1400" kern="1200"/>
        </a:p>
      </dsp:txBody>
      <dsp:txXfrm>
        <a:off x="2598196" y="0"/>
        <a:ext cx="1006634" cy="1480457"/>
      </dsp:txXfrm>
    </dsp:sp>
    <dsp:sp modelId="{0D3FF8C8-0735-45CA-9C74-07FC5F9407CF}">
      <dsp:nvSpPr>
        <dsp:cNvPr id="0" name=""/>
        <dsp:cNvSpPr/>
      </dsp:nvSpPr>
      <dsp:spPr>
        <a:xfrm>
          <a:off x="2916456" y="1665514"/>
          <a:ext cx="370114" cy="370114"/>
        </a:xfrm>
        <a:prstGeom prst="ellipse">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D7A316D-E0BB-48E1-8212-04B374CEF0BA}">
      <dsp:nvSpPr>
        <dsp:cNvPr id="0" name=""/>
        <dsp:cNvSpPr/>
      </dsp:nvSpPr>
      <dsp:spPr>
        <a:xfrm>
          <a:off x="3655162" y="2220685"/>
          <a:ext cx="1006634" cy="14804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r>
            <a:rPr lang="en-US" sz="1400" kern="1200"/>
            <a:t>Pricing Validation	✓</a:t>
          </a:r>
          <a:endParaRPr lang="en-MY" sz="1400" kern="1200"/>
        </a:p>
      </dsp:txBody>
      <dsp:txXfrm>
        <a:off x="3655162" y="2220685"/>
        <a:ext cx="1006634" cy="1480457"/>
      </dsp:txXfrm>
    </dsp:sp>
    <dsp:sp modelId="{82D9E778-8299-4498-9B56-C8494622ACE3}">
      <dsp:nvSpPr>
        <dsp:cNvPr id="0" name=""/>
        <dsp:cNvSpPr/>
      </dsp:nvSpPr>
      <dsp:spPr>
        <a:xfrm>
          <a:off x="3973422" y="1665514"/>
          <a:ext cx="370114" cy="370114"/>
        </a:xfrm>
        <a:prstGeom prst="ellipse">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5652097-60CA-46A7-B62D-3D2BD5CDF189}">
      <dsp:nvSpPr>
        <dsp:cNvPr id="0" name=""/>
        <dsp:cNvSpPr/>
      </dsp:nvSpPr>
      <dsp:spPr>
        <a:xfrm>
          <a:off x="4712128" y="0"/>
          <a:ext cx="1006634" cy="14804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marL="0" lvl="0" indent="0" algn="ctr" defTabSz="622300">
            <a:lnSpc>
              <a:spcPct val="90000"/>
            </a:lnSpc>
            <a:spcBef>
              <a:spcPct val="0"/>
            </a:spcBef>
            <a:spcAft>
              <a:spcPct val="35000"/>
            </a:spcAft>
            <a:buNone/>
          </a:pPr>
          <a:r>
            <a:rPr lang="en-US" sz="1400" kern="1200" dirty="0"/>
            <a:t>Tenure Validation	✓</a:t>
          </a:r>
          <a:endParaRPr lang="en-MY" sz="1400" kern="1200" dirty="0"/>
        </a:p>
      </dsp:txBody>
      <dsp:txXfrm>
        <a:off x="4712128" y="0"/>
        <a:ext cx="1006634" cy="1480457"/>
      </dsp:txXfrm>
    </dsp:sp>
    <dsp:sp modelId="{69855E1C-D189-46D8-866B-B60217E93F10}">
      <dsp:nvSpPr>
        <dsp:cNvPr id="0" name=""/>
        <dsp:cNvSpPr/>
      </dsp:nvSpPr>
      <dsp:spPr>
        <a:xfrm>
          <a:off x="5030388" y="1665514"/>
          <a:ext cx="370114" cy="370114"/>
        </a:xfrm>
        <a:prstGeom prst="ellipse">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49637A1-684C-42CF-AF31-2B30D894EF94}">
      <dsp:nvSpPr>
        <dsp:cNvPr id="0" name=""/>
        <dsp:cNvSpPr/>
      </dsp:nvSpPr>
      <dsp:spPr>
        <a:xfrm>
          <a:off x="5769094" y="2220685"/>
          <a:ext cx="1006634" cy="14804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r>
            <a:rPr lang="en-US" sz="1400" kern="1200"/>
            <a:t>Special Conditions Validation	✓</a:t>
          </a:r>
          <a:endParaRPr lang="en-MY" sz="1400" kern="1200"/>
        </a:p>
      </dsp:txBody>
      <dsp:txXfrm>
        <a:off x="5769094" y="2220685"/>
        <a:ext cx="1006634" cy="1480457"/>
      </dsp:txXfrm>
    </dsp:sp>
    <dsp:sp modelId="{D6B0B036-DDAB-4DFF-BD21-4C25ACD11D14}">
      <dsp:nvSpPr>
        <dsp:cNvPr id="0" name=""/>
        <dsp:cNvSpPr/>
      </dsp:nvSpPr>
      <dsp:spPr>
        <a:xfrm>
          <a:off x="6087354" y="1665514"/>
          <a:ext cx="370114" cy="370114"/>
        </a:xfrm>
        <a:prstGeom prst="ellipse">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3E16B16-3061-4106-8F83-B5F72EF84F8A}">
      <dsp:nvSpPr>
        <dsp:cNvPr id="0" name=""/>
        <dsp:cNvSpPr/>
      </dsp:nvSpPr>
      <dsp:spPr>
        <a:xfrm>
          <a:off x="6826060" y="0"/>
          <a:ext cx="1006634" cy="14804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marL="0" lvl="0" indent="0" algn="ctr" defTabSz="622300">
            <a:lnSpc>
              <a:spcPct val="90000"/>
            </a:lnSpc>
            <a:spcBef>
              <a:spcPct val="0"/>
            </a:spcBef>
            <a:spcAft>
              <a:spcPct val="35000"/>
            </a:spcAft>
            <a:buNone/>
          </a:pPr>
          <a:r>
            <a:rPr lang="en-US" sz="1400" kern="1200"/>
            <a:t>Customer Details Check	✓</a:t>
          </a:r>
          <a:endParaRPr lang="en-MY" sz="1400" kern="1200"/>
        </a:p>
      </dsp:txBody>
      <dsp:txXfrm>
        <a:off x="6826060" y="0"/>
        <a:ext cx="1006634" cy="1480457"/>
      </dsp:txXfrm>
    </dsp:sp>
    <dsp:sp modelId="{E07A7B5C-0C8B-40BC-B20C-F0DA69F76F23}">
      <dsp:nvSpPr>
        <dsp:cNvPr id="0" name=""/>
        <dsp:cNvSpPr/>
      </dsp:nvSpPr>
      <dsp:spPr>
        <a:xfrm>
          <a:off x="7144320" y="1665514"/>
          <a:ext cx="370114" cy="370114"/>
        </a:xfrm>
        <a:prstGeom prst="ellipse">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239818C-957C-4A57-BF12-2F8126F086D2}">
      <dsp:nvSpPr>
        <dsp:cNvPr id="0" name=""/>
        <dsp:cNvSpPr/>
      </dsp:nvSpPr>
      <dsp:spPr>
        <a:xfrm>
          <a:off x="7883025" y="2220685"/>
          <a:ext cx="1451022" cy="14804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r>
            <a:rPr lang="en-US" sz="1400" kern="1200" dirty="0"/>
            <a:t>Approval Evidence Identification	✓</a:t>
          </a:r>
          <a:endParaRPr lang="en-MY" sz="1400" kern="1200" dirty="0"/>
        </a:p>
      </dsp:txBody>
      <dsp:txXfrm>
        <a:off x="7883025" y="2220685"/>
        <a:ext cx="1451022" cy="1480457"/>
      </dsp:txXfrm>
    </dsp:sp>
    <dsp:sp modelId="{DDE4BA97-3E95-42EE-9594-3A15B03E8860}">
      <dsp:nvSpPr>
        <dsp:cNvPr id="0" name=""/>
        <dsp:cNvSpPr/>
      </dsp:nvSpPr>
      <dsp:spPr>
        <a:xfrm>
          <a:off x="8423480" y="1665514"/>
          <a:ext cx="370114" cy="370114"/>
        </a:xfrm>
        <a:prstGeom prst="ellipse">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B3E2CF4-B3C9-432C-86BF-CA5D179525EF}">
      <dsp:nvSpPr>
        <dsp:cNvPr id="0" name=""/>
        <dsp:cNvSpPr/>
      </dsp:nvSpPr>
      <dsp:spPr>
        <a:xfrm>
          <a:off x="9384380" y="0"/>
          <a:ext cx="1199314" cy="14804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marL="0" lvl="0" indent="0" algn="ctr" defTabSz="622300">
            <a:lnSpc>
              <a:spcPct val="90000"/>
            </a:lnSpc>
            <a:spcBef>
              <a:spcPct val="0"/>
            </a:spcBef>
            <a:spcAft>
              <a:spcPct val="35000"/>
            </a:spcAft>
            <a:buNone/>
          </a:pPr>
          <a:r>
            <a:rPr lang="en-US" sz="1400" kern="1200" dirty="0"/>
            <a:t>Exception Summary Generation	✓</a:t>
          </a:r>
          <a:endParaRPr lang="en-MY" sz="1400" kern="1200" dirty="0"/>
        </a:p>
      </dsp:txBody>
      <dsp:txXfrm>
        <a:off x="9384380" y="0"/>
        <a:ext cx="1199314" cy="1480457"/>
      </dsp:txXfrm>
    </dsp:sp>
    <dsp:sp modelId="{50EF8645-DBC6-4B18-AB0B-BEC3F7E3EF3A}">
      <dsp:nvSpPr>
        <dsp:cNvPr id="0" name=""/>
        <dsp:cNvSpPr/>
      </dsp:nvSpPr>
      <dsp:spPr>
        <a:xfrm>
          <a:off x="9798980" y="1665514"/>
          <a:ext cx="370114" cy="370114"/>
        </a:xfrm>
        <a:prstGeom prst="ellipse">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2DE784-1F79-4A66-BB92-2034ABF7F9B9}">
      <dsp:nvSpPr>
        <dsp:cNvPr id="0" name=""/>
        <dsp:cNvSpPr/>
      </dsp:nvSpPr>
      <dsp:spPr>
        <a:xfrm rot="16200000">
          <a:off x="286398" y="-286398"/>
          <a:ext cx="1958132" cy="2530928"/>
        </a:xfrm>
        <a:prstGeom prst="round1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MY" sz="1500" kern="1200" dirty="0"/>
            <a:t>Manual data entry errors during CIF creation in CLS and CCRIS.</a:t>
          </a:r>
        </a:p>
      </dsp:txBody>
      <dsp:txXfrm rot="5400000">
        <a:off x="0" y="0"/>
        <a:ext cx="2530928" cy="1468599"/>
      </dsp:txXfrm>
    </dsp:sp>
    <dsp:sp modelId="{121B5F43-422A-4FF8-8311-2062B56DBACE}">
      <dsp:nvSpPr>
        <dsp:cNvPr id="0" name=""/>
        <dsp:cNvSpPr/>
      </dsp:nvSpPr>
      <dsp:spPr>
        <a:xfrm>
          <a:off x="2530928" y="0"/>
          <a:ext cx="2530928" cy="1958132"/>
        </a:xfrm>
        <a:prstGeom prst="round1Rect">
          <a:avLst/>
        </a:prstGeom>
        <a:solidFill>
          <a:schemeClr val="accent5">
            <a:hueOff val="4231"/>
            <a:satOff val="-433"/>
            <a:lumOff val="10588"/>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MY" sz="1500" kern="1200" dirty="0"/>
            <a:t>Inconsistent adherence to CIF creation procedures and documentation requirements.</a:t>
          </a:r>
        </a:p>
      </dsp:txBody>
      <dsp:txXfrm>
        <a:off x="2530928" y="0"/>
        <a:ext cx="2530928" cy="1468599"/>
      </dsp:txXfrm>
    </dsp:sp>
    <dsp:sp modelId="{9F9EC9F6-5556-469A-810E-EAA50EEA6FEF}">
      <dsp:nvSpPr>
        <dsp:cNvPr id="0" name=""/>
        <dsp:cNvSpPr/>
      </dsp:nvSpPr>
      <dsp:spPr>
        <a:xfrm rot="10800000">
          <a:off x="0" y="1958132"/>
          <a:ext cx="2530928" cy="1958132"/>
        </a:xfrm>
        <a:prstGeom prst="round1Rect">
          <a:avLst/>
        </a:prstGeom>
        <a:solidFill>
          <a:schemeClr val="accent5">
            <a:hueOff val="8463"/>
            <a:satOff val="-867"/>
            <a:lumOff val="2117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MY" sz="1500" kern="1200" dirty="0"/>
            <a:t>Insufficient review and validation by Checker prior to CIF approval.</a:t>
          </a:r>
        </a:p>
      </dsp:txBody>
      <dsp:txXfrm rot="10800000">
        <a:off x="0" y="2447665"/>
        <a:ext cx="2530928" cy="1468599"/>
      </dsp:txXfrm>
    </dsp:sp>
    <dsp:sp modelId="{F77E2605-3700-45B3-A537-D1DE3A46B6ED}">
      <dsp:nvSpPr>
        <dsp:cNvPr id="0" name=""/>
        <dsp:cNvSpPr/>
      </dsp:nvSpPr>
      <dsp:spPr>
        <a:xfrm rot="5400000">
          <a:off x="2817326" y="1671733"/>
          <a:ext cx="1958132" cy="2530928"/>
        </a:xfrm>
        <a:prstGeom prst="round1Rect">
          <a:avLst/>
        </a:prstGeom>
        <a:solidFill>
          <a:schemeClr val="accent5">
            <a:hueOff val="12694"/>
            <a:satOff val="-1300"/>
            <a:lumOff val="3176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MY" sz="1500" kern="1200" dirty="0"/>
            <a:t>Incomplete verification of customer, director, shareholder, and guarantor information against source documents.</a:t>
          </a:r>
        </a:p>
      </dsp:txBody>
      <dsp:txXfrm rot="-5400000">
        <a:off x="2530929" y="2447664"/>
        <a:ext cx="2530928" cy="1468599"/>
      </dsp:txXfrm>
    </dsp:sp>
    <dsp:sp modelId="{24CEFB32-19B9-4E18-A2CA-7B459890F3F7}">
      <dsp:nvSpPr>
        <dsp:cNvPr id="0" name=""/>
        <dsp:cNvSpPr/>
      </dsp:nvSpPr>
      <dsp:spPr>
        <a:xfrm>
          <a:off x="1771649" y="1468598"/>
          <a:ext cx="1518557" cy="979066"/>
        </a:xfrm>
        <a:prstGeom prst="roundRect">
          <a:avLst/>
        </a:prstGeom>
        <a:solidFill>
          <a:schemeClr val="accent5">
            <a:tint val="4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MY" sz="1500" kern="1200"/>
            <a:t>Potential Root Causes</a:t>
          </a:r>
        </a:p>
      </dsp:txBody>
      <dsp:txXfrm>
        <a:off x="1819443" y="1516392"/>
        <a:ext cx="1422969" cy="88347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A35CE0-F453-483E-A37A-180F178DDE74}">
      <dsp:nvSpPr>
        <dsp:cNvPr id="0" name=""/>
        <dsp:cNvSpPr/>
      </dsp:nvSpPr>
      <dsp:spPr>
        <a:xfrm>
          <a:off x="797954" y="163923"/>
          <a:ext cx="3597614" cy="3597900"/>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MY" sz="1500" kern="1200" dirty="0"/>
            <a:t>Demonstrate the feasibility of using AI to strengthen CIF creation review controls by validating information entered into CLS and CCRIS against supporting documents, identifying data inaccuracies, highlighting control exceptions, and supporting KCT testing activities.</a:t>
          </a:r>
        </a:p>
      </dsp:txBody>
      <dsp:txXfrm>
        <a:off x="1324812" y="690823"/>
        <a:ext cx="2543898" cy="2544100"/>
      </dsp:txXfrm>
    </dsp:sp>
    <dsp:sp modelId="{05083B11-6A52-4F2A-8052-095672B4F45F}">
      <dsp:nvSpPr>
        <dsp:cNvPr id="0" name=""/>
        <dsp:cNvSpPr/>
      </dsp:nvSpPr>
      <dsp:spPr>
        <a:xfrm>
          <a:off x="2850909" y="0"/>
          <a:ext cx="400375" cy="400140"/>
        </a:xfrm>
        <a:prstGeom prst="ellips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141F8071-33DF-4EEF-9781-DA5D5161D6FE}">
      <dsp:nvSpPr>
        <dsp:cNvPr id="0" name=""/>
        <dsp:cNvSpPr/>
      </dsp:nvSpPr>
      <dsp:spPr>
        <a:xfrm>
          <a:off x="1903518" y="3494503"/>
          <a:ext cx="289984" cy="290017"/>
        </a:xfrm>
        <a:prstGeom prst="ellips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C3C5D5DF-DD4C-4D20-AE6C-81C409A66C3F}">
      <dsp:nvSpPr>
        <dsp:cNvPr id="0" name=""/>
        <dsp:cNvSpPr/>
      </dsp:nvSpPr>
      <dsp:spPr>
        <a:xfrm>
          <a:off x="4627061" y="1624099"/>
          <a:ext cx="289984" cy="290017"/>
        </a:xfrm>
        <a:prstGeom prst="ellipse">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C180D401-FF7D-456A-A568-B0EC50B5DC83}">
      <dsp:nvSpPr>
        <dsp:cNvPr id="0" name=""/>
        <dsp:cNvSpPr/>
      </dsp:nvSpPr>
      <dsp:spPr>
        <a:xfrm>
          <a:off x="3240987" y="3803014"/>
          <a:ext cx="400375" cy="400140"/>
        </a:xfrm>
        <a:prstGeom prst="ellipse">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43DA0F5A-026C-4176-A307-24E697AFCB4F}">
      <dsp:nvSpPr>
        <dsp:cNvPr id="0" name=""/>
        <dsp:cNvSpPr/>
      </dsp:nvSpPr>
      <dsp:spPr>
        <a:xfrm>
          <a:off x="1985488" y="568686"/>
          <a:ext cx="289984" cy="290017"/>
        </a:xfrm>
        <a:prstGeom prst="ellipse">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87462492-9D8D-4D2E-A3AE-FF78A8F479A0}">
      <dsp:nvSpPr>
        <dsp:cNvPr id="0" name=""/>
        <dsp:cNvSpPr/>
      </dsp:nvSpPr>
      <dsp:spPr>
        <a:xfrm>
          <a:off x="1072285" y="2227672"/>
          <a:ext cx="289984" cy="290017"/>
        </a:xfrm>
        <a:prstGeom prst="ellips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6A7D41-D7B6-473C-9993-3E6915A459BD}">
      <dsp:nvSpPr>
        <dsp:cNvPr id="0" name=""/>
        <dsp:cNvSpPr/>
      </dsp:nvSpPr>
      <dsp:spPr>
        <a:xfrm>
          <a:off x="2407484" y="1338193"/>
          <a:ext cx="1520516" cy="1520703"/>
        </a:xfrm>
        <a:prstGeom prst="ellipse">
          <a:avLst/>
        </a:prstGeom>
        <a:solidFill>
          <a:schemeClr val="accent2">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AFD57F04-4EA3-4729-A62A-BE254DE80E85}">
      <dsp:nvSpPr>
        <dsp:cNvPr id="0" name=""/>
        <dsp:cNvSpPr/>
      </dsp:nvSpPr>
      <dsp:spPr>
        <a:xfrm>
          <a:off x="2296613" y="151280"/>
          <a:ext cx="1742258" cy="932374"/>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MY" sz="1400" b="1" kern="1200" dirty="0"/>
            <a:t>KCT-00001</a:t>
          </a:r>
          <a:r>
            <a:rPr lang="en-MY" sz="1400" kern="1200" dirty="0"/>
            <a:t>	</a:t>
          </a:r>
        </a:p>
        <a:p>
          <a:pPr marL="0" lvl="0" indent="0" algn="ctr" defTabSz="622300">
            <a:lnSpc>
              <a:spcPct val="90000"/>
            </a:lnSpc>
            <a:spcBef>
              <a:spcPct val="0"/>
            </a:spcBef>
            <a:spcAft>
              <a:spcPct val="35000"/>
            </a:spcAft>
            <a:buNone/>
          </a:pPr>
          <a:r>
            <a:rPr lang="en-MY" sz="1400" kern="1200" dirty="0"/>
            <a:t>Data Accuracy - Incorrect Customer Name</a:t>
          </a:r>
        </a:p>
      </dsp:txBody>
      <dsp:txXfrm>
        <a:off x="2296613" y="151280"/>
        <a:ext cx="1742258" cy="932374"/>
      </dsp:txXfrm>
    </dsp:sp>
    <dsp:sp modelId="{7832DAE9-735A-41FE-AC73-35AA4B9EA344}">
      <dsp:nvSpPr>
        <dsp:cNvPr id="0" name=""/>
        <dsp:cNvSpPr/>
      </dsp:nvSpPr>
      <dsp:spPr>
        <a:xfrm>
          <a:off x="2853502" y="1552639"/>
          <a:ext cx="1520516" cy="1520703"/>
        </a:xfrm>
        <a:prstGeom prst="ellipse">
          <a:avLst/>
        </a:prstGeom>
        <a:solidFill>
          <a:schemeClr val="accent2">
            <a:alpha val="50000"/>
            <a:hueOff val="469034"/>
            <a:satOff val="0"/>
            <a:lumOff val="-1896"/>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C0272476-C4F6-41A5-8C57-AFCDBB876251}">
      <dsp:nvSpPr>
        <dsp:cNvPr id="0" name=""/>
        <dsp:cNvSpPr/>
      </dsp:nvSpPr>
      <dsp:spPr>
        <a:xfrm>
          <a:off x="4561549" y="1037036"/>
          <a:ext cx="1647226" cy="1025612"/>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MY" sz="1400" b="1" kern="1200" dirty="0"/>
            <a:t>KCT-00002</a:t>
          </a:r>
          <a:r>
            <a:rPr lang="en-MY" sz="1400" kern="1200" dirty="0"/>
            <a:t>	</a:t>
          </a:r>
        </a:p>
        <a:p>
          <a:pPr marL="0" lvl="0" indent="0" algn="ctr" defTabSz="622300">
            <a:lnSpc>
              <a:spcPct val="90000"/>
            </a:lnSpc>
            <a:spcBef>
              <a:spcPct val="0"/>
            </a:spcBef>
            <a:spcAft>
              <a:spcPct val="35000"/>
            </a:spcAft>
            <a:buNone/>
          </a:pPr>
          <a:r>
            <a:rPr lang="en-MY" sz="1400" kern="1200" dirty="0"/>
            <a:t>Data Accuracy - Incorrect Registration Number</a:t>
          </a:r>
        </a:p>
      </dsp:txBody>
      <dsp:txXfrm>
        <a:off x="4561549" y="1037036"/>
        <a:ext cx="1647226" cy="1025612"/>
      </dsp:txXfrm>
    </dsp:sp>
    <dsp:sp modelId="{41FE0265-7114-49EF-835E-A1E9ABC8AAF6}">
      <dsp:nvSpPr>
        <dsp:cNvPr id="0" name=""/>
        <dsp:cNvSpPr/>
      </dsp:nvSpPr>
      <dsp:spPr>
        <a:xfrm>
          <a:off x="2963106" y="2035143"/>
          <a:ext cx="1520516" cy="1520703"/>
        </a:xfrm>
        <a:prstGeom prst="ellipse">
          <a:avLst/>
        </a:prstGeom>
        <a:solidFill>
          <a:schemeClr val="accent2">
            <a:alpha val="50000"/>
            <a:hueOff val="938067"/>
            <a:satOff val="0"/>
            <a:lumOff val="-379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0FBF09BE-38AC-4045-B37D-BF4C4B0A1DCD}">
      <dsp:nvSpPr>
        <dsp:cNvPr id="0" name=""/>
        <dsp:cNvSpPr/>
      </dsp:nvSpPr>
      <dsp:spPr>
        <a:xfrm>
          <a:off x="4719937" y="2342360"/>
          <a:ext cx="1615548" cy="1095540"/>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MY" sz="1400" b="1" kern="1200" dirty="0"/>
            <a:t>KCT-00003</a:t>
          </a:r>
          <a:r>
            <a:rPr lang="en-MY" sz="1400" kern="1200" dirty="0"/>
            <a:t>	</a:t>
          </a:r>
        </a:p>
        <a:p>
          <a:pPr marL="0" lvl="0" indent="0" algn="ctr" defTabSz="622300">
            <a:lnSpc>
              <a:spcPct val="90000"/>
            </a:lnSpc>
            <a:spcBef>
              <a:spcPct val="0"/>
            </a:spcBef>
            <a:spcAft>
              <a:spcPct val="35000"/>
            </a:spcAft>
            <a:buNone/>
          </a:pPr>
          <a:r>
            <a:rPr lang="en-MY" sz="1400" kern="1200" dirty="0"/>
            <a:t>Data Accuracy - Incorrect Registered Address</a:t>
          </a:r>
        </a:p>
      </dsp:txBody>
      <dsp:txXfrm>
        <a:off x="4719937" y="2342360"/>
        <a:ext cx="1615548" cy="1095540"/>
      </dsp:txXfrm>
    </dsp:sp>
    <dsp:sp modelId="{82370735-5645-483F-B220-8F284E418A34}">
      <dsp:nvSpPr>
        <dsp:cNvPr id="0" name=""/>
        <dsp:cNvSpPr/>
      </dsp:nvSpPr>
      <dsp:spPr>
        <a:xfrm>
          <a:off x="2654568" y="2422078"/>
          <a:ext cx="1520516" cy="1520703"/>
        </a:xfrm>
        <a:prstGeom prst="ellipse">
          <a:avLst/>
        </a:prstGeom>
        <a:solidFill>
          <a:schemeClr val="accent2">
            <a:alpha val="50000"/>
            <a:hueOff val="1407101"/>
            <a:satOff val="0"/>
            <a:lumOff val="-568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BFDFB427-B8D9-4CA4-AD1F-083AC9713D5F}">
      <dsp:nvSpPr>
        <dsp:cNvPr id="0" name=""/>
        <dsp:cNvSpPr/>
      </dsp:nvSpPr>
      <dsp:spPr>
        <a:xfrm>
          <a:off x="4023033" y="3810850"/>
          <a:ext cx="1742258" cy="1002302"/>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MY" sz="1400" b="1" kern="1200" dirty="0"/>
            <a:t>KCT-00004</a:t>
          </a:r>
          <a:r>
            <a:rPr lang="en-MY" sz="1400" kern="1200" dirty="0"/>
            <a:t>	</a:t>
          </a:r>
        </a:p>
        <a:p>
          <a:pPr marL="0" lvl="0" indent="0" algn="ctr" defTabSz="622300">
            <a:lnSpc>
              <a:spcPct val="90000"/>
            </a:lnSpc>
            <a:spcBef>
              <a:spcPct val="0"/>
            </a:spcBef>
            <a:spcAft>
              <a:spcPct val="35000"/>
            </a:spcAft>
            <a:buNone/>
          </a:pPr>
          <a:r>
            <a:rPr lang="en-MY" sz="1400" kern="1200" dirty="0"/>
            <a:t>Data Accuracy - Incorrect Business Information</a:t>
          </a:r>
        </a:p>
      </dsp:txBody>
      <dsp:txXfrm>
        <a:off x="4023033" y="3810850"/>
        <a:ext cx="1742258" cy="1002302"/>
      </dsp:txXfrm>
    </dsp:sp>
    <dsp:sp modelId="{D267E64B-ED65-4AF7-8B06-6CE5AA42D687}">
      <dsp:nvSpPr>
        <dsp:cNvPr id="0" name=""/>
        <dsp:cNvSpPr/>
      </dsp:nvSpPr>
      <dsp:spPr>
        <a:xfrm>
          <a:off x="2160400" y="2422078"/>
          <a:ext cx="1520516" cy="1520703"/>
        </a:xfrm>
        <a:prstGeom prst="ellipse">
          <a:avLst/>
        </a:prstGeom>
        <a:solidFill>
          <a:schemeClr val="accent2">
            <a:alpha val="50000"/>
            <a:hueOff val="1876135"/>
            <a:satOff val="0"/>
            <a:lumOff val="-758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432EA9EF-0F93-44E6-B14E-0B3312EEAFE0}">
      <dsp:nvSpPr>
        <dsp:cNvPr id="0" name=""/>
        <dsp:cNvSpPr/>
      </dsp:nvSpPr>
      <dsp:spPr>
        <a:xfrm>
          <a:off x="570193" y="3810850"/>
          <a:ext cx="1742258" cy="1002302"/>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MY" sz="1400" b="1" kern="1200" dirty="0"/>
            <a:t>KCT-00005</a:t>
          </a:r>
          <a:r>
            <a:rPr lang="en-MY" sz="1400" kern="1200" dirty="0"/>
            <a:t>	</a:t>
          </a:r>
        </a:p>
        <a:p>
          <a:pPr marL="0" lvl="0" indent="0" algn="ctr" defTabSz="622300">
            <a:lnSpc>
              <a:spcPct val="90000"/>
            </a:lnSpc>
            <a:spcBef>
              <a:spcPct val="0"/>
            </a:spcBef>
            <a:spcAft>
              <a:spcPct val="35000"/>
            </a:spcAft>
            <a:buNone/>
          </a:pPr>
          <a:r>
            <a:rPr lang="en-MY" sz="1400" kern="1200" dirty="0"/>
            <a:t>Completeness - Incorrect Director Information</a:t>
          </a:r>
        </a:p>
      </dsp:txBody>
      <dsp:txXfrm>
        <a:off x="570193" y="3810850"/>
        <a:ext cx="1742258" cy="1002302"/>
      </dsp:txXfrm>
    </dsp:sp>
    <dsp:sp modelId="{032617B8-0753-4677-BBE8-03C2D254B5DA}">
      <dsp:nvSpPr>
        <dsp:cNvPr id="0" name=""/>
        <dsp:cNvSpPr/>
      </dsp:nvSpPr>
      <dsp:spPr>
        <a:xfrm>
          <a:off x="1851862" y="2035143"/>
          <a:ext cx="1520516" cy="1520703"/>
        </a:xfrm>
        <a:prstGeom prst="ellipse">
          <a:avLst/>
        </a:prstGeom>
        <a:solidFill>
          <a:schemeClr val="accent2">
            <a:alpha val="50000"/>
            <a:hueOff val="2345168"/>
            <a:satOff val="0"/>
            <a:lumOff val="-9478"/>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AF3EB915-6A6A-459C-A120-CE04FA7D448C}">
      <dsp:nvSpPr>
        <dsp:cNvPr id="0" name=""/>
        <dsp:cNvSpPr/>
      </dsp:nvSpPr>
      <dsp:spPr>
        <a:xfrm>
          <a:off x="0" y="2342360"/>
          <a:ext cx="1615548" cy="1095540"/>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MY" sz="1400" b="1" kern="1200" dirty="0"/>
            <a:t>KCT-00006</a:t>
          </a:r>
          <a:r>
            <a:rPr lang="en-MY" sz="1400" kern="1200" dirty="0"/>
            <a:t>	</a:t>
          </a:r>
        </a:p>
        <a:p>
          <a:pPr marL="0" lvl="0" indent="0" algn="ctr" defTabSz="622300">
            <a:lnSpc>
              <a:spcPct val="90000"/>
            </a:lnSpc>
            <a:spcBef>
              <a:spcPct val="0"/>
            </a:spcBef>
            <a:spcAft>
              <a:spcPct val="35000"/>
            </a:spcAft>
            <a:buNone/>
          </a:pPr>
          <a:r>
            <a:rPr lang="en-MY" sz="1400" kern="1200" dirty="0"/>
            <a:t>Data Accuracy – Incorrect Guarantor Information</a:t>
          </a:r>
        </a:p>
      </dsp:txBody>
      <dsp:txXfrm>
        <a:off x="0" y="2342360"/>
        <a:ext cx="1615548" cy="1095540"/>
      </dsp:txXfrm>
    </dsp:sp>
    <dsp:sp modelId="{67042653-0203-48C2-9FB3-AE0661C07517}">
      <dsp:nvSpPr>
        <dsp:cNvPr id="0" name=""/>
        <dsp:cNvSpPr/>
      </dsp:nvSpPr>
      <dsp:spPr>
        <a:xfrm>
          <a:off x="1961466" y="1552639"/>
          <a:ext cx="1520516" cy="1520703"/>
        </a:xfrm>
        <a:prstGeom prst="ellipse">
          <a:avLst/>
        </a:prstGeom>
        <a:solidFill>
          <a:schemeClr val="accent2">
            <a:alpha val="50000"/>
            <a:hueOff val="2814202"/>
            <a:satOff val="0"/>
            <a:lumOff val="-1137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D9085905-C187-45DC-B7FF-715FF7489D1C}">
      <dsp:nvSpPr>
        <dsp:cNvPr id="0" name=""/>
        <dsp:cNvSpPr/>
      </dsp:nvSpPr>
      <dsp:spPr>
        <a:xfrm>
          <a:off x="126709" y="1037036"/>
          <a:ext cx="1647226" cy="1025612"/>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MY" sz="1400" b="1" kern="1200" dirty="0"/>
            <a:t>KCT-00007</a:t>
          </a:r>
          <a:r>
            <a:rPr lang="en-MY" sz="1400" kern="1200" dirty="0"/>
            <a:t>	</a:t>
          </a:r>
        </a:p>
        <a:p>
          <a:pPr marL="0" lvl="0" indent="0" algn="ctr" defTabSz="622300">
            <a:lnSpc>
              <a:spcPct val="90000"/>
            </a:lnSpc>
            <a:spcBef>
              <a:spcPct val="0"/>
            </a:spcBef>
            <a:spcAft>
              <a:spcPct val="35000"/>
            </a:spcAft>
            <a:buNone/>
          </a:pPr>
          <a:r>
            <a:rPr lang="en-MY" sz="1400" kern="1200" dirty="0"/>
            <a:t>Data Accuracy – Incorrect CCRIS Information</a:t>
          </a:r>
        </a:p>
      </dsp:txBody>
      <dsp:txXfrm>
        <a:off x="126709" y="1037036"/>
        <a:ext cx="1647226" cy="102561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615C27-1BCD-4E49-93A2-3401F32FBD60}">
      <dsp:nvSpPr>
        <dsp:cNvPr id="0" name=""/>
        <dsp:cNvSpPr/>
      </dsp:nvSpPr>
      <dsp:spPr>
        <a:xfrm>
          <a:off x="0" y="1110342"/>
          <a:ext cx="11762013" cy="1480457"/>
        </a:xfrm>
        <a:prstGeom prst="notchedRightArrow">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DB1BCAF-6974-464E-93D9-BEA67C4035D2}">
      <dsp:nvSpPr>
        <dsp:cNvPr id="0" name=""/>
        <dsp:cNvSpPr/>
      </dsp:nvSpPr>
      <dsp:spPr>
        <a:xfrm>
          <a:off x="5507" y="0"/>
          <a:ext cx="1640615" cy="14804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marL="0" lvl="0" indent="0" algn="ctr" defTabSz="622300">
            <a:lnSpc>
              <a:spcPct val="90000"/>
            </a:lnSpc>
            <a:spcBef>
              <a:spcPct val="0"/>
            </a:spcBef>
            <a:spcAft>
              <a:spcPct val="35000"/>
            </a:spcAft>
            <a:buNone/>
          </a:pPr>
          <a:r>
            <a:rPr lang="en-MY" sz="1400" kern="1200" dirty="0"/>
            <a:t> Application Form vs CLS Comparison</a:t>
          </a:r>
          <a:r>
            <a:rPr lang="en-US" sz="1400" kern="1200" dirty="0"/>
            <a:t>	✓</a:t>
          </a:r>
          <a:endParaRPr lang="en-MY" sz="1400" kern="1200" dirty="0"/>
        </a:p>
      </dsp:txBody>
      <dsp:txXfrm>
        <a:off x="5507" y="0"/>
        <a:ext cx="1640615" cy="1480457"/>
      </dsp:txXfrm>
    </dsp:sp>
    <dsp:sp modelId="{E0F801D2-82EC-4824-99AE-BABB18C29893}">
      <dsp:nvSpPr>
        <dsp:cNvPr id="0" name=""/>
        <dsp:cNvSpPr/>
      </dsp:nvSpPr>
      <dsp:spPr>
        <a:xfrm>
          <a:off x="640757" y="1665514"/>
          <a:ext cx="370114" cy="370114"/>
        </a:xfrm>
        <a:prstGeom prst="ellipse">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55DEB26-71B3-4087-BB79-51C9AED6AF51}">
      <dsp:nvSpPr>
        <dsp:cNvPr id="0" name=""/>
        <dsp:cNvSpPr/>
      </dsp:nvSpPr>
      <dsp:spPr>
        <a:xfrm>
          <a:off x="1714093" y="2220685"/>
          <a:ext cx="1729317" cy="14804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r>
            <a:rPr lang="en-MY" sz="1400" kern="1200" dirty="0"/>
            <a:t>SSM Verification</a:t>
          </a:r>
          <a:r>
            <a:rPr lang="en-US" sz="1400" kern="1200" dirty="0"/>
            <a:t>	✓</a:t>
          </a:r>
          <a:endParaRPr lang="en-MY" sz="1400" kern="1200" dirty="0"/>
        </a:p>
      </dsp:txBody>
      <dsp:txXfrm>
        <a:off x="1714093" y="2220685"/>
        <a:ext cx="1729317" cy="1480457"/>
      </dsp:txXfrm>
    </dsp:sp>
    <dsp:sp modelId="{0CF3526B-FBCA-4B6D-B18A-6177BBA4669B}">
      <dsp:nvSpPr>
        <dsp:cNvPr id="0" name=""/>
        <dsp:cNvSpPr/>
      </dsp:nvSpPr>
      <dsp:spPr>
        <a:xfrm>
          <a:off x="2393694" y="1665514"/>
          <a:ext cx="370114" cy="370114"/>
        </a:xfrm>
        <a:prstGeom prst="ellipse">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DA97952-9C39-4BFA-B7CF-19A804078DDB}">
      <dsp:nvSpPr>
        <dsp:cNvPr id="0" name=""/>
        <dsp:cNvSpPr/>
      </dsp:nvSpPr>
      <dsp:spPr>
        <a:xfrm>
          <a:off x="3511380" y="0"/>
          <a:ext cx="1359408" cy="14804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marL="0" lvl="0" indent="0" algn="ctr" defTabSz="622300">
            <a:lnSpc>
              <a:spcPct val="90000"/>
            </a:lnSpc>
            <a:spcBef>
              <a:spcPct val="0"/>
            </a:spcBef>
            <a:spcAft>
              <a:spcPct val="35000"/>
            </a:spcAft>
            <a:buNone/>
          </a:pPr>
          <a:r>
            <a:rPr lang="en-MY" sz="1400" kern="1200" dirty="0"/>
            <a:t>Guarantor Information Validation </a:t>
          </a:r>
          <a:r>
            <a:rPr lang="en-US" sz="1400" kern="1200" dirty="0"/>
            <a:t>✓</a:t>
          </a:r>
          <a:endParaRPr lang="en-MY" sz="1400" kern="1200" dirty="0"/>
        </a:p>
      </dsp:txBody>
      <dsp:txXfrm>
        <a:off x="3511380" y="0"/>
        <a:ext cx="1359408" cy="1480457"/>
      </dsp:txXfrm>
    </dsp:sp>
    <dsp:sp modelId="{0D3FF8C8-0735-45CA-9C74-07FC5F9407CF}">
      <dsp:nvSpPr>
        <dsp:cNvPr id="0" name=""/>
        <dsp:cNvSpPr/>
      </dsp:nvSpPr>
      <dsp:spPr>
        <a:xfrm>
          <a:off x="4006027" y="1665514"/>
          <a:ext cx="370114" cy="370114"/>
        </a:xfrm>
        <a:prstGeom prst="ellipse">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D7A316D-E0BB-48E1-8212-04B374CEF0BA}">
      <dsp:nvSpPr>
        <dsp:cNvPr id="0" name=""/>
        <dsp:cNvSpPr/>
      </dsp:nvSpPr>
      <dsp:spPr>
        <a:xfrm>
          <a:off x="4938759" y="2220685"/>
          <a:ext cx="1359408" cy="14804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r>
            <a:rPr lang="en-MY" sz="1400" kern="1200" dirty="0"/>
            <a:t>CCRIS Form Matching</a:t>
          </a:r>
          <a:r>
            <a:rPr lang="en-US" sz="1400" kern="1200" dirty="0"/>
            <a:t>	✓</a:t>
          </a:r>
          <a:endParaRPr lang="en-MY" sz="1400" kern="1200" dirty="0"/>
        </a:p>
      </dsp:txBody>
      <dsp:txXfrm>
        <a:off x="4938759" y="2220685"/>
        <a:ext cx="1359408" cy="1480457"/>
      </dsp:txXfrm>
    </dsp:sp>
    <dsp:sp modelId="{82D9E778-8299-4498-9B56-C8494622ACE3}">
      <dsp:nvSpPr>
        <dsp:cNvPr id="0" name=""/>
        <dsp:cNvSpPr/>
      </dsp:nvSpPr>
      <dsp:spPr>
        <a:xfrm>
          <a:off x="5433406" y="1665514"/>
          <a:ext cx="370114" cy="370114"/>
        </a:xfrm>
        <a:prstGeom prst="ellipse">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5652097-60CA-46A7-B62D-3D2BD5CDF189}">
      <dsp:nvSpPr>
        <dsp:cNvPr id="0" name=""/>
        <dsp:cNvSpPr/>
      </dsp:nvSpPr>
      <dsp:spPr>
        <a:xfrm>
          <a:off x="6366138" y="0"/>
          <a:ext cx="1359408" cy="14804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marL="0" lvl="0" indent="0" algn="ctr" defTabSz="622300">
            <a:lnSpc>
              <a:spcPct val="90000"/>
            </a:lnSpc>
            <a:spcBef>
              <a:spcPct val="0"/>
            </a:spcBef>
            <a:spcAft>
              <a:spcPct val="35000"/>
            </a:spcAft>
            <a:buNone/>
          </a:pPr>
          <a:r>
            <a:rPr lang="en-MY" sz="1400" kern="1200" dirty="0"/>
            <a:t> Mandatory Document Completeness Check </a:t>
          </a:r>
          <a:r>
            <a:rPr lang="en-US" sz="1400" kern="1200" dirty="0"/>
            <a:t>✓</a:t>
          </a:r>
          <a:endParaRPr lang="en-MY" sz="1400" kern="1200" dirty="0"/>
        </a:p>
      </dsp:txBody>
      <dsp:txXfrm>
        <a:off x="6366138" y="0"/>
        <a:ext cx="1359408" cy="1480457"/>
      </dsp:txXfrm>
    </dsp:sp>
    <dsp:sp modelId="{69855E1C-D189-46D8-866B-B60217E93F10}">
      <dsp:nvSpPr>
        <dsp:cNvPr id="0" name=""/>
        <dsp:cNvSpPr/>
      </dsp:nvSpPr>
      <dsp:spPr>
        <a:xfrm>
          <a:off x="6860785" y="1665514"/>
          <a:ext cx="370114" cy="370114"/>
        </a:xfrm>
        <a:prstGeom prst="ellipse">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49637A1-684C-42CF-AF31-2B30D894EF94}">
      <dsp:nvSpPr>
        <dsp:cNvPr id="0" name=""/>
        <dsp:cNvSpPr/>
      </dsp:nvSpPr>
      <dsp:spPr>
        <a:xfrm>
          <a:off x="7793517" y="2220685"/>
          <a:ext cx="1359408" cy="14804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r>
            <a:rPr lang="en-MY" sz="1400" kern="1200" dirty="0"/>
            <a:t>Exception Identification </a:t>
          </a:r>
          <a:r>
            <a:rPr lang="en-US" sz="1400" kern="1200" dirty="0"/>
            <a:t>✓</a:t>
          </a:r>
          <a:endParaRPr lang="en-MY" sz="1400" kern="1200" dirty="0"/>
        </a:p>
      </dsp:txBody>
      <dsp:txXfrm>
        <a:off x="7793517" y="2220685"/>
        <a:ext cx="1359408" cy="1480457"/>
      </dsp:txXfrm>
    </dsp:sp>
    <dsp:sp modelId="{D6B0B036-DDAB-4DFF-BD21-4C25ACD11D14}">
      <dsp:nvSpPr>
        <dsp:cNvPr id="0" name=""/>
        <dsp:cNvSpPr/>
      </dsp:nvSpPr>
      <dsp:spPr>
        <a:xfrm>
          <a:off x="8288164" y="1665514"/>
          <a:ext cx="370114" cy="370114"/>
        </a:xfrm>
        <a:prstGeom prst="ellipse">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3E16B16-3061-4106-8F83-B5F72EF84F8A}">
      <dsp:nvSpPr>
        <dsp:cNvPr id="0" name=""/>
        <dsp:cNvSpPr/>
      </dsp:nvSpPr>
      <dsp:spPr>
        <a:xfrm>
          <a:off x="9220896" y="0"/>
          <a:ext cx="1359408" cy="14804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marL="0" lvl="0" indent="0" algn="ctr" defTabSz="622300">
            <a:lnSpc>
              <a:spcPct val="90000"/>
            </a:lnSpc>
            <a:spcBef>
              <a:spcPct val="0"/>
            </a:spcBef>
            <a:spcAft>
              <a:spcPct val="35000"/>
            </a:spcAft>
            <a:buNone/>
          </a:pPr>
          <a:r>
            <a:rPr lang="en-MY" sz="1400" kern="1200" dirty="0"/>
            <a:t> Exception Summary Generation </a:t>
          </a:r>
          <a:r>
            <a:rPr lang="en-US" sz="1400" kern="1200" dirty="0"/>
            <a:t>✓</a:t>
          </a:r>
          <a:endParaRPr lang="en-MY" sz="1400" kern="1200" dirty="0"/>
        </a:p>
      </dsp:txBody>
      <dsp:txXfrm>
        <a:off x="9220896" y="0"/>
        <a:ext cx="1359408" cy="1480457"/>
      </dsp:txXfrm>
    </dsp:sp>
    <dsp:sp modelId="{E07A7B5C-0C8B-40BC-B20C-F0DA69F76F23}">
      <dsp:nvSpPr>
        <dsp:cNvPr id="0" name=""/>
        <dsp:cNvSpPr/>
      </dsp:nvSpPr>
      <dsp:spPr>
        <a:xfrm>
          <a:off x="9715543" y="1665514"/>
          <a:ext cx="370114" cy="370114"/>
        </a:xfrm>
        <a:prstGeom prst="ellipse">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2.xml><?xml version="1.0" encoding="utf-8"?>
<dgm:layoutDef xmlns:dgm="http://schemas.openxmlformats.org/drawingml/2006/diagram" xmlns:a="http://schemas.openxmlformats.org/drawingml/2006/main" uniqueId="urn:microsoft.com/office/officeart/2009/3/layout/CircleRelationship">
  <dgm:title val=""/>
  <dgm:desc val=""/>
  <dgm:catLst>
    <dgm:cat type="relationship" pri="1500"/>
  </dgm:catLst>
  <dgm:samp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sampData>
  <dgm:style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styleData>
  <dgm:clr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clrData>
  <dgm:layoutNode name="Name0">
    <dgm:varLst>
      <dgm:chMax val="1"/>
      <dgm:chPref val="1"/>
    </dgm:varLst>
    <dgm:shape xmlns:r="http://schemas.openxmlformats.org/officeDocument/2006/relationships" r:blip="">
      <dgm:adjLst/>
    </dgm:shape>
    <dgm:choose name="Name1">
      <dgm:if name="Name2" axis="ch ch" ptType="node node" func="cnt" op="equ" val="0">
        <dgm:alg type="composite">
          <dgm:param type="ar" val="0.98"/>
        </dgm:alg>
        <dgm:constrLst>
          <dgm:constr type="primFontSz" for="des" ptType="node" op="equ" val="65"/>
          <dgm:constr type="l" for="ch" forName="Parent" refType="w" fact="0"/>
          <dgm:constr type="t" for="ch" forName="Parent" refType="h" fact="0.039"/>
          <dgm:constr type="w" for="ch" forName="Parent" refType="w" fact="0.8734"/>
          <dgm:constr type="h" for="ch" forName="Parent" refType="h" fact="0.856"/>
          <dgm:constr type="l" for="ch" forName="Accent1" refType="w" fact="0.4984"/>
          <dgm:constr type="t" for="ch" forName="Accent1" refType="h" fact="0"/>
          <dgm:constr type="w" for="ch" forName="Accent1" refType="w" fact="0.0972"/>
          <dgm:constr type="h" for="ch" forName="Accent1" refType="h" fact="0.0952"/>
          <dgm:constr type="l" for="ch" forName="Accent2" refType="w" fact="0.2684"/>
          <dgm:constr type="t" for="ch" forName="Accent2" refType="h" fact="0.8314"/>
          <dgm:constr type="w" for="ch" forName="Accent2" refType="w" fact="0.0704"/>
          <dgm:constr type="h" for="ch" forName="Accent2" refType="h" fact="0.069"/>
          <dgm:constr type="l" for="ch" forName="Accent3" refType="w" fact="0.9296"/>
          <dgm:constr type="t" for="ch" forName="Accent3" refType="h" fact="0.3864"/>
          <dgm:constr type="w" for="ch" forName="Accent3" refType="w" fact="0.0704"/>
          <dgm:constr type="h" for="ch" forName="Accent3" refType="h" fact="0.069"/>
          <dgm:constr type="l" for="ch" forName="Accent4" refType="w" fact="0.5931"/>
          <dgm:constr type="t" for="ch" forName="Accent4" refType="h" fact="0.9048"/>
          <dgm:constr type="w" for="ch" forName="Accent4" refType="w" fact="0.0972"/>
          <dgm:constr type="h" for="ch" forName="Accent4" refType="h" fact="0.0952"/>
          <dgm:constr type="l" for="ch" forName="Accent5" refType="w" fact="0.2883"/>
          <dgm:constr type="t" for="ch" forName="Accent5" refType="h" fact="0.1353"/>
          <dgm:constr type="w" for="ch" forName="Accent5" refType="w" fact="0.0704"/>
          <dgm:constr type="h" for="ch" forName="Accent5" refType="h" fact="0.069"/>
          <dgm:constr type="l" for="ch" forName="Accent6" refType="w" fact="0.0666"/>
          <dgm:constr type="t" for="ch" forName="Accent6" refType="h" fact="0.53"/>
          <dgm:constr type="w" for="ch" forName="Accent6" refType="w" fact="0.0704"/>
          <dgm:constr type="h" for="ch" forName="Accent6" refType="h" fact="0.069"/>
        </dgm:constrLst>
      </dgm:if>
      <dgm:if name="Name3" axis="ch ch" ptType="node node" func="cnt" op="equ" val="1">
        <dgm:alg type="composite">
          <dgm:param type="ar" val="1.2476"/>
        </dgm:alg>
        <dgm:constrLst>
          <dgm:constr type="primFontSz" for="des" ptType="node" op="equ" val="65"/>
          <dgm:constr type="l" for="ch" forName="Parent" refType="w" fact="0.2145"/>
          <dgm:constr type="t" for="ch" forName="Parent" refType="h" fact="0.039"/>
          <dgm:constr type="w" for="ch" forName="Parent" refType="w" fact="0.6861"/>
          <dgm:constr type="h" for="ch" forName="Parent" refType="h" fact="0.856"/>
          <dgm:constr type="l" for="ch" forName="Accent8" refType="w" fact="0.0262"/>
          <dgm:constr type="t" for="ch" forName="Accent8" refType="h" fact="0.6434"/>
          <dgm:constr type="w" for="ch" forName="Accent8" refType="w" fact="0.138"/>
          <dgm:constr type="h" for="ch" forName="Accent8" refType="h" fact="0.1721"/>
          <dgm:constr type="l" for="ch" forName="Accent1" refType="w" fact="0.6059"/>
          <dgm:constr type="t" for="ch" forName="Accent1" refType="h" fact="0"/>
          <dgm:constr type="w" for="ch" forName="Accent1" refType="w" fact="0.0763"/>
          <dgm:constr type="h" for="ch" forName="Accent1" refType="h" fact="0.0952"/>
          <dgm:constr type="l" for="ch" forName="Accent2" refType="w" fact="0.4253"/>
          <dgm:constr type="t" for="ch" forName="Accent2" refType="h" fact="0.8314"/>
          <dgm:constr type="w" for="ch" forName="Accent2" refType="w" fact="0.0553"/>
          <dgm:constr type="h" for="ch" forName="Accent2" refType="h" fact="0.069"/>
          <dgm:constr type="l" for="ch" forName="Accent3" refType="w" fact="0.9447"/>
          <dgm:constr type="t" for="ch" forName="Accent3" refType="h" fact="0.3864"/>
          <dgm:constr type="w" for="ch" forName="Accent3" refType="w" fact="0.0553"/>
          <dgm:constr type="h" for="ch" forName="Accent3" refType="h" fact="0.069"/>
          <dgm:constr type="l" for="ch" forName="Child1" refType="w" fact="0"/>
          <dgm:constr type="t" for="ch" forName="Child1" refType="h" fact="0.1935"/>
          <dgm:constr type="w" for="ch" forName="Child1" refType="w" fact="0.2789"/>
          <dgm:constr type="h" for="ch" forName="Child1" refType="h" fact="0.3479"/>
          <dgm:constr type="l" for="ch" forName="Accent4" refType="w" fact="0.6803"/>
          <dgm:constr type="t" for="ch" forName="Accent4" refType="h" fact="0.9048"/>
          <dgm:constr type="w" for="ch" forName="Accent4" refType="w" fact="0.0763"/>
          <dgm:constr type="h" for="ch" forName="Accent4" refType="h" fact="0.0952"/>
          <dgm:constr type="l" for="ch" forName="Accent7" refType="w" fact="0.5287"/>
          <dgm:constr type="t" for="ch" forName="Accent7" refType="h" fact="0.1383"/>
          <dgm:constr type="w" for="ch" forName="Accent7" refType="w" fact="0.0763"/>
          <dgm:constr type="h" for="ch" forName="Accent7" refType="h" fact="0.0952"/>
          <dgm:constr type="l" for="ch" forName="Accent5" refType="w" fact="0.4409"/>
          <dgm:constr type="t" for="ch" forName="Accent5" refType="h" fact="0.1353"/>
          <dgm:constr type="w" for="ch" forName="Accent5" refType="w" fact="0.0553"/>
          <dgm:constr type="h" for="ch" forName="Accent5" refType="h" fact="0.069"/>
          <dgm:constr type="l" for="ch" forName="Accent6" refType="w" fact="0.2668"/>
          <dgm:constr type="t" for="ch" forName="Accent6" refType="h" fact="0.53"/>
          <dgm:constr type="w" for="ch" forName="Accent6" refType="w" fact="0.0553"/>
          <dgm:constr type="h" for="ch" forName="Accent6" refType="h" fact="0.069"/>
        </dgm:constrLst>
      </dgm:if>
      <dgm:if name="Name4" axis="ch ch" ptType="node node" func="cnt" op="equ" val="2">
        <dgm:alg type="composite">
          <dgm:param type="ar" val="1.592"/>
        </dgm:alg>
        <dgm:constrLst>
          <dgm:constr type="primFontSz" for="des" ptType="node" op="equ" val="65"/>
          <dgm:constr type="l" for="ch" forName="Parent" refType="w" fact="0.1886"/>
          <dgm:constr type="t" for="ch" forName="Parent" refType="h" fact="0.039"/>
          <dgm:constr type="w" for="ch" forName="Parent" refType="w" fact="0.5377"/>
          <dgm:constr type="h" for="ch" forName="Parent" refType="h" fact="0.856"/>
          <dgm:constr type="l" for="ch" forName="Accent8" refType="w" fact="0.0411"/>
          <dgm:constr type="t" for="ch" forName="Accent8" refType="h" fact="0.6434"/>
          <dgm:constr type="w" for="ch" forName="Accent8" refType="w" fact="0.1081"/>
          <dgm:constr type="h" for="ch" forName="Accent8" refType="h" fact="0.1721"/>
          <dgm:constr type="l" for="ch" forName="Accent1" refType="w" fact="0.4954"/>
          <dgm:constr type="t" for="ch" forName="Accent1" refType="h" fact="0"/>
          <dgm:constr type="w" for="ch" forName="Accent1" refType="w" fact="0.0598"/>
          <dgm:constr type="h" for="ch" forName="Accent1" refType="h" fact="0.0952"/>
          <dgm:constr type="l" for="ch" forName="Accent2" refType="w" fact="0.3538"/>
          <dgm:constr type="t" for="ch" forName="Accent2" refType="h" fact="0.8314"/>
          <dgm:constr type="w" for="ch" forName="Accent2" refType="w" fact="0.0433"/>
          <dgm:constr type="h" for="ch" forName="Accent2" refType="h" fact="0.069"/>
          <dgm:constr type="l" for="ch" forName="Accent3" refType="w" fact="0.7609"/>
          <dgm:constr type="t" for="ch" forName="Accent3" refType="h" fact="0.3864"/>
          <dgm:constr type="w" for="ch" forName="Accent3" refType="w" fact="0.0433"/>
          <dgm:constr type="h" for="ch" forName="Accent3" refType="h" fact="0.069"/>
          <dgm:constr type="l" for="ch" forName="Accent9" refType="w" fact="0.6839"/>
          <dgm:constr type="t" for="ch" forName="Accent9" refType="h" fact="0.27"/>
          <dgm:constr type="w" for="ch" forName="Accent9" refType="w" fact="0.0598"/>
          <dgm:constr type="h" for="ch" forName="Accent9" refType="h" fact="0.0952"/>
          <dgm:constr type="l" for="ch" forName="Child1" refType="w" fact="0.0206"/>
          <dgm:constr type="t" for="ch" forName="Child1" refType="h" fact="0.1935"/>
          <dgm:constr type="w" for="ch" forName="Child1" refType="w" fact="0.2186"/>
          <dgm:constr type="h" for="ch" forName="Child1" refType="h" fact="0.3479"/>
          <dgm:constr type="l" for="ch" forName="Child2" refType="w" fact="0.7814"/>
          <dgm:constr type="t" for="ch" forName="Child2" refType="h" fact="0.0298"/>
          <dgm:constr type="w" for="ch" forName="Child2" refType="w" fact="0.2186"/>
          <dgm:constr type="h" for="ch" forName="Child2" refType="h" fact="0.3479"/>
          <dgm:constr type="l" for="ch" forName="Accent10" refType="w" fact="0"/>
          <dgm:constr type="t" for="ch" forName="Accent10" refType="h" fact="0.8482"/>
          <dgm:constr type="w" for="ch" forName="Accent10" refType="w" fact="0.0433"/>
          <dgm:constr type="h" for="ch" forName="Accent10" refType="h" fact="0.069"/>
          <dgm:constr type="l" for="ch" forName="Accent11" refType="w" fact="0.4318"/>
          <dgm:constr type="t" for="ch" forName="Accent11" refType="h" fact="0.75"/>
          <dgm:constr type="w" for="ch" forName="Accent11" refType="w" fact="0.0433"/>
          <dgm:constr type="h" for="ch" forName="Accent11" refType="h" fact="0.069"/>
          <dgm:constr type="l" for="ch" forName="Accent7" refType="w" fact="0.4349"/>
          <dgm:constr type="t" for="ch" forName="Accent7" refType="h" fact="0.1383"/>
          <dgm:constr type="w" for="ch" forName="Accent7" refType="w" fact="0.0598"/>
          <dgm:constr type="h" for="ch" forName="Accent7" refType="h" fact="0.0952"/>
          <dgm:constr type="l" for="ch" forName="Accent5" refType="w" fact="0.3661"/>
          <dgm:constr type="t" for="ch" forName="Accent5" refType="h" fact="0.1353"/>
          <dgm:constr type="w" for="ch" forName="Accent5" refType="w" fact="0.0433"/>
          <dgm:constr type="h" for="ch" forName="Accent5" refType="h" fact="0.069"/>
          <dgm:constr type="l" for="ch" forName="Accent6" refType="w" fact="0.2296"/>
          <dgm:constr type="t" for="ch" forName="Accent6" refType="h" fact="0.53"/>
          <dgm:constr type="w" for="ch" forName="Accent6" refType="w" fact="0.0433"/>
          <dgm:constr type="h" for="ch" forName="Accent6" refType="h" fact="0.069"/>
          <dgm:constr type="l" for="ch" forName="Accent4" refType="w" fact="0.5537"/>
          <dgm:constr type="t" for="ch" forName="Accent4" refType="h" fact="0.9048"/>
          <dgm:constr type="w" for="ch" forName="Accent4" refType="w" fact="0.0598"/>
          <dgm:constr type="h" for="ch" forName="Accent4" refType="h" fact="0.0952"/>
        </dgm:constrLst>
      </dgm:if>
      <dgm:if name="Name5" axis="ch ch" ptType="node node" func="cnt" op="equ" val="3">
        <dgm:alg type="composite">
          <dgm:param type="ar" val="1.7557"/>
        </dgm:alg>
        <dgm:constrLst>
          <dgm:constr type="primFontSz" for="des" ptType="node" op="equ" val="65"/>
          <dgm:constr type="l" for="ch" forName="Parent" refType="w" fact="0.171"/>
          <dgm:constr type="t" for="ch" forName="Parent" refType="h" fact="0.039"/>
          <dgm:constr type="w" for="ch" forName="Parent" refType="w" fact="0.4875"/>
          <dgm:constr type="h" for="ch" forName="Parent" refType="h" fact="0.856"/>
          <dgm:constr type="l" for="ch" forName="Accent8" refType="w" fact="0.0373"/>
          <dgm:constr type="t" for="ch" forName="Accent8" refType="h" fact="0.6434"/>
          <dgm:constr type="w" for="ch" forName="Accent8" refType="w" fact="0.098"/>
          <dgm:constr type="h" for="ch" forName="Accent8" refType="h" fact="0.1721"/>
          <dgm:constr type="l" for="ch" forName="Accent1" refType="w" fact="0.4492"/>
          <dgm:constr type="t" for="ch" forName="Accent1" refType="h" fact="0"/>
          <dgm:constr type="w" for="ch" forName="Accent1" refType="w" fact="0.0542"/>
          <dgm:constr type="h" for="ch" forName="Accent1" refType="h" fact="0.0952"/>
          <dgm:constr type="l" for="ch" forName="Accent2" refType="w" fact="0.3209"/>
          <dgm:constr type="t" for="ch" forName="Accent2" refType="h" fact="0.8314"/>
          <dgm:constr type="w" for="ch" forName="Accent2" refType="w" fact="0.0393"/>
          <dgm:constr type="h" for="ch" forName="Accent2" refType="h" fact="0.069"/>
          <dgm:constr type="l" for="ch" forName="Accent3" refType="w" fact="0.6899"/>
          <dgm:constr type="t" for="ch" forName="Accent3" refType="h" fact="0.3864"/>
          <dgm:constr type="w" for="ch" forName="Accent3" refType="w" fact="0.0393"/>
          <dgm:constr type="h" for="ch" forName="Accent3" refType="h" fact="0.069"/>
          <dgm:constr type="l" for="ch" forName="Accent9" refType="w" fact="0.6201"/>
          <dgm:constr type="t" for="ch" forName="Accent9" refType="h" fact="0.27"/>
          <dgm:constr type="w" for="ch" forName="Accent9" refType="w" fact="0.0542"/>
          <dgm:constr type="h" for="ch" forName="Accent9" refType="h" fact="0.0952"/>
          <dgm:constr type="l" for="ch" forName="Child1" refType="w" fact="0.0186"/>
          <dgm:constr type="t" for="ch" forName="Child1" refType="h" fact="0.1935"/>
          <dgm:constr type="w" for="ch" forName="Child1" refType="w" fact="0.1982"/>
          <dgm:constr type="h" for="ch" forName="Child1" refType="h" fact="0.3479"/>
          <dgm:constr type="l" for="ch" forName="Child2" refType="w" fact="0.7086"/>
          <dgm:constr type="t" for="ch" forName="Child2" refType="h" fact="0.0298"/>
          <dgm:constr type="w" for="ch" forName="Child2" refType="w" fact="0.1982"/>
          <dgm:constr type="h" for="ch" forName="Child2" refType="h" fact="0.3479"/>
          <dgm:constr type="l" for="ch" forName="Child3" refType="w" fact="0.8018"/>
          <dgm:constr type="t" for="ch" forName="Child3" refType="h" fact="0.6312"/>
          <dgm:constr type="w" for="ch" forName="Child3" refType="w" fact="0.1982"/>
          <dgm:constr type="h" for="ch" forName="Child3" refType="h" fact="0.3479"/>
          <dgm:constr type="l" for="ch" forName="Accent12" refType="w" fact="0.7459"/>
          <dgm:constr type="t" for="ch" forName="Accent12" refType="h" fact="0.619"/>
          <dgm:constr type="w" for="ch" forName="Accent12" refType="w" fact="0.0393"/>
          <dgm:constr type="h" for="ch" forName="Accent12" refType="h" fact="0.069"/>
          <dgm:constr type="l" for="ch" forName="Accent4" refType="w" fact="0.5021"/>
          <dgm:constr type="t" for="ch" forName="Accent4" refType="h" fact="0.9048"/>
          <dgm:constr type="w" for="ch" forName="Accent4" refType="w" fact="0.0542"/>
          <dgm:constr type="h" for="ch" forName="Accent4" refType="h" fact="0.0952"/>
          <dgm:constr type="l" for="ch" forName="Accent10" refType="w" fact="0"/>
          <dgm:constr type="t" for="ch" forName="Accent10" refType="h" fact="0.8482"/>
          <dgm:constr type="w" for="ch" forName="Accent10" refType="w" fact="0.0393"/>
          <dgm:constr type="h" for="ch" forName="Accent10" refType="h" fact="0.069"/>
          <dgm:constr type="l" for="ch" forName="Accent11" refType="w" fact="0.3916"/>
          <dgm:constr type="t" for="ch" forName="Accent11" refType="h" fact="0.75"/>
          <dgm:constr type="w" for="ch" forName="Accent11" refType="w" fact="0.0393"/>
          <dgm:constr type="h" for="ch" forName="Accent11" refType="h" fact="0.069"/>
          <dgm:constr type="l" for="ch" forName="Accent7" refType="w" fact="0.3944"/>
          <dgm:constr type="t" for="ch" forName="Accent7" refType="h" fact="0.1383"/>
          <dgm:constr type="w" for="ch" forName="Accent7" refType="w" fact="0.0542"/>
          <dgm:constr type="h" for="ch" forName="Accent7" refType="h" fact="0.0952"/>
          <dgm:constr type="l" for="ch" forName="Accent5" refType="w" fact="0.3319"/>
          <dgm:constr type="t" for="ch" forName="Accent5" refType="h" fact="0.1353"/>
          <dgm:constr type="w" for="ch" forName="Accent5" refType="w" fact="0.0393"/>
          <dgm:constr type="h" for="ch" forName="Accent5" refType="h" fact="0.069"/>
          <dgm:constr type="l" for="ch" forName="Accent6" refType="w" fact="0.2082"/>
          <dgm:constr type="t" for="ch" forName="Accent6" refType="h" fact="0.53"/>
          <dgm:constr type="w" for="ch" forName="Accent6" refType="w" fact="0.0393"/>
          <dgm:constr type="h" for="ch" forName="Accent6" refType="h" fact="0.069"/>
        </dgm:constrLst>
      </dgm:if>
      <dgm:if name="Name6" axis="ch ch" ptType="node node" func="cnt" op="equ" val="4">
        <dgm:alg type="composite">
          <dgm:param type="ar" val="1.3749"/>
        </dgm:alg>
        <dgm:constrLst>
          <dgm:constr type="primFontSz" for="des" ptType="node" op="equ" val="65"/>
          <dgm:constr type="l" for="ch" forName="Parent" refType="w" fact="0.171"/>
          <dgm:constr type="t" for="ch" forName="Parent" refType="h" fact="0.0306"/>
          <dgm:constr type="w" for="ch" forName="Parent" refType="w" fact="0.4875"/>
          <dgm:constr type="h" for="ch" forName="Parent" refType="h" fact="0.6703"/>
          <dgm:constr type="l" for="ch" forName="Accent8" refType="w" fact="0.0373"/>
          <dgm:constr type="t" for="ch" forName="Accent8" refType="h" fact="0.5038"/>
          <dgm:constr type="w" for="ch" forName="Accent8" refType="w" fact="0.098"/>
          <dgm:constr type="h" for="ch" forName="Accent8" refType="h" fact="0.1348"/>
          <dgm:constr type="l" for="ch" forName="Accent1" refType="w" fact="0.4492"/>
          <dgm:constr type="t" for="ch" forName="Accent1" refType="h" fact="0"/>
          <dgm:constr type="w" for="ch" forName="Accent1" refType="w" fact="0.0542"/>
          <dgm:constr type="h" for="ch" forName="Accent1" refType="h" fact="0.0746"/>
          <dgm:constr type="l" for="ch" forName="Accent2" refType="w" fact="0.3209"/>
          <dgm:constr type="t" for="ch" forName="Accent2" refType="h" fact="0.6511"/>
          <dgm:constr type="w" for="ch" forName="Accent2" refType="w" fact="0.0393"/>
          <dgm:constr type="h" for="ch" forName="Accent2" refType="h" fact="0.054"/>
          <dgm:constr type="l" for="ch" forName="Accent3" refType="w" fact="0.6899"/>
          <dgm:constr type="t" for="ch" forName="Accent3" refType="h" fact="0.3026"/>
          <dgm:constr type="w" for="ch" forName="Accent3" refType="w" fact="0.0393"/>
          <dgm:constr type="h" for="ch" forName="Accent3" refType="h" fact="0.054"/>
          <dgm:constr type="l" for="ch" forName="Accent9" refType="w" fact="0.6201"/>
          <dgm:constr type="t" for="ch" forName="Accent9" refType="h" fact="0.2115"/>
          <dgm:constr type="w" for="ch" forName="Accent9" refType="w" fact="0.0542"/>
          <dgm:constr type="h" for="ch" forName="Accent9" refType="h" fact="0.0746"/>
          <dgm:constr type="l" for="ch" forName="Child1" refType="w" fact="0.0186"/>
          <dgm:constr type="t" for="ch" forName="Child1" refType="h" fact="0.1515"/>
          <dgm:constr type="w" for="ch" forName="Child1" refType="w" fact="0.1982"/>
          <dgm:constr type="h" for="ch" forName="Child1" refType="h" fact="0.2725"/>
          <dgm:constr type="l" for="ch" forName="Child2" refType="w" fact="0.7086"/>
          <dgm:constr type="t" for="ch" forName="Child2" refType="h" fact="0.0233"/>
          <dgm:constr type="w" for="ch" forName="Child2" refType="w" fact="0.1982"/>
          <dgm:constr type="h" for="ch" forName="Child2" refType="h" fact="0.2725"/>
          <dgm:constr type="l" for="ch" forName="Child3" refType="w" fact="0.8018"/>
          <dgm:constr type="t" for="ch" forName="Child3" refType="h" fact="0.4943"/>
          <dgm:constr type="w" for="ch" forName="Child3" refType="w" fact="0.1982"/>
          <dgm:constr type="h" for="ch" forName="Child3" refType="h" fact="0.2725"/>
          <dgm:constr type="l" for="ch" forName="Accent12" refType="w" fact="0.7459"/>
          <dgm:constr type="t" for="ch" forName="Accent12" refType="h" fact="0.4848"/>
          <dgm:constr type="w" for="ch" forName="Accent12" refType="w" fact="0.0393"/>
          <dgm:constr type="h" for="ch" forName="Accent12" refType="h" fact="0.054"/>
          <dgm:constr type="l" for="ch" forName="Accent4" refType="w" fact="0.5021"/>
          <dgm:constr type="t" for="ch" forName="Accent4" refType="h" fact="0.7085"/>
          <dgm:constr type="w" for="ch" forName="Accent4" refType="w" fact="0.0542"/>
          <dgm:constr type="h" for="ch" forName="Accent4" refType="h" fact="0.0746"/>
          <dgm:constr type="l" for="ch" forName="Accent10" refType="w" fact="0"/>
          <dgm:constr type="t" for="ch" forName="Accent10" refType="h" fact="0.6642"/>
          <dgm:constr type="w" for="ch" forName="Accent10" refType="w" fact="0.0393"/>
          <dgm:constr type="h" for="ch" forName="Accent10" refType="h" fact="0.054"/>
          <dgm:constr type="l" for="ch" forName="Accent11" refType="w" fact="0.3916"/>
          <dgm:constr type="t" for="ch" forName="Accent11" refType="h" fact="0.5873"/>
          <dgm:constr type="w" for="ch" forName="Accent11" refType="w" fact="0.0393"/>
          <dgm:constr type="h" for="ch" forName="Accent11" refType="h" fact="0.054"/>
          <dgm:constr type="l" for="ch" forName="Accent7" refType="w" fact="0.3944"/>
          <dgm:constr type="t" for="ch" forName="Accent7" refType="h" fact="0.1083"/>
          <dgm:constr type="w" for="ch" forName="Accent7" refType="w" fact="0.0542"/>
          <dgm:constr type="h" for="ch" forName="Accent7" refType="h" fact="0.0746"/>
          <dgm:constr type="l" for="ch" forName="Accent5" refType="w" fact="0.3319"/>
          <dgm:constr type="t" for="ch" forName="Accent5" refType="h" fact="0.1059"/>
          <dgm:constr type="w" for="ch" forName="Accent5" refType="w" fact="0.0393"/>
          <dgm:constr type="h" for="ch" forName="Accent5" refType="h" fact="0.054"/>
          <dgm:constr type="l" for="ch" forName="Accent6" refType="w" fact="0.2082"/>
          <dgm:constr type="t" for="ch" forName="Accent6" refType="h" fact="0.4151"/>
          <dgm:constr type="w" for="ch" forName="Accent6" refType="w" fact="0.0393"/>
          <dgm:constr type="h" for="ch" forName="Accent6" refType="h" fact="0.054"/>
          <dgm:constr type="l" for="ch" forName="Child4" refType="w" fact="0.2329"/>
          <dgm:constr type="t" for="ch" forName="Child4" refType="h" fact="0.7275"/>
          <dgm:constr type="w" for="ch" forName="Child4" refType="w" fact="0.1982"/>
          <dgm:constr type="h" for="ch" forName="Child4" refType="h" fact="0.2725"/>
          <dgm:constr type="l" for="ch" forName="Accent13" refType="w" fact="0.4099"/>
          <dgm:constr type="t" for="ch" forName="Accent13" refType="h" fact="0.7183"/>
          <dgm:constr type="w" for="ch" forName="Accent13" refType="w" fact="0.0393"/>
          <dgm:constr type="h" for="ch" forName="Accent13" refType="h" fact="0.054"/>
        </dgm:constrLst>
      </dgm:if>
      <dgm:else name="Name7">
        <dgm:alg type="composite">
          <dgm:param type="ar" val="1.1477"/>
        </dgm:alg>
        <dgm:constrLst>
          <dgm:constr type="primFontSz" for="des" ptType="node" op="equ" val="65"/>
          <dgm:constr type="l" for="ch" forName="Parent" refType="w" fact="0.171"/>
          <dgm:constr type="t" for="ch" forName="Parent" refType="h" fact="0.1907"/>
          <dgm:constr type="w" for="ch" forName="Parent" refType="w" fact="0.4875"/>
          <dgm:constr type="h" for="ch" forName="Parent" refType="h" fact="0.5596"/>
          <dgm:constr type="l" for="ch" forName="Accent8" refType="w" fact="0.0373"/>
          <dgm:constr type="t" for="ch" forName="Accent8" refType="h" fact="0.5858"/>
          <dgm:constr type="w" for="ch" forName="Accent8" refType="w" fact="0.098"/>
          <dgm:constr type="h" for="ch" forName="Accent8" refType="h" fact="0.1125"/>
          <dgm:constr type="l" for="ch" forName="Accent1" refType="w" fact="0.4492"/>
          <dgm:constr type="t" for="ch" forName="Accent1" refType="h" fact="0.1652"/>
          <dgm:constr type="w" for="ch" forName="Accent1" refType="w" fact="0.0542"/>
          <dgm:constr type="h" for="ch" forName="Accent1" refType="h" fact="0.0623"/>
          <dgm:constr type="l" for="ch" forName="Accent2" refType="w" fact="0.3209"/>
          <dgm:constr type="t" for="ch" forName="Accent2" refType="h" fact="0.7087"/>
          <dgm:constr type="w" for="ch" forName="Accent2" refType="w" fact="0.0393"/>
          <dgm:constr type="h" for="ch" forName="Accent2" refType="h" fact="0.0451"/>
          <dgm:constr type="l" for="ch" forName="Accent3" refType="w" fact="0.6899"/>
          <dgm:constr type="t" for="ch" forName="Accent3" refType="h" fact="0.4178"/>
          <dgm:constr type="w" for="ch" forName="Accent3" refType="w" fact="0.0393"/>
          <dgm:constr type="h" for="ch" forName="Accent3" refType="h" fact="0.0451"/>
          <dgm:constr type="l" for="ch" forName="Accent9" refType="w" fact="0.6201"/>
          <dgm:constr type="t" for="ch" forName="Accent9" refType="h" fact="0.3417"/>
          <dgm:constr type="w" for="ch" forName="Accent9" refType="w" fact="0.0542"/>
          <dgm:constr type="h" for="ch" forName="Accent9" refType="h" fact="0.0623"/>
          <dgm:constr type="l" for="ch" forName="Child1" refType="w" fact="0.0186"/>
          <dgm:constr type="t" for="ch" forName="Child1" refType="h" fact="0.2917"/>
          <dgm:constr type="w" for="ch" forName="Child1" refType="w" fact="0.1982"/>
          <dgm:constr type="h" for="ch" forName="Child1" refType="h" fact="0.2275"/>
          <dgm:constr type="l" for="ch" forName="Child2" refType="w" fact="0.7086"/>
          <dgm:constr type="t" for="ch" forName="Child2" refType="h" fact="0.1847"/>
          <dgm:constr type="w" for="ch" forName="Child2" refType="w" fact="0.1982"/>
          <dgm:constr type="h" for="ch" forName="Child2" refType="h" fact="0.2275"/>
          <dgm:constr type="l" for="ch" forName="Child3" refType="w" fact="0.8018"/>
          <dgm:constr type="t" for="ch" forName="Child3" refType="h" fact="0.5778"/>
          <dgm:constr type="w" for="ch" forName="Child3" refType="w" fact="0.1982"/>
          <dgm:constr type="h" for="ch" forName="Child3" refType="h" fact="0.2275"/>
          <dgm:constr type="l" for="ch" forName="Accent12" refType="w" fact="0.7459"/>
          <dgm:constr type="t" for="ch" forName="Accent12" refType="h" fact="0.5699"/>
          <dgm:constr type="w" for="ch" forName="Accent12" refType="w" fact="0.0393"/>
          <dgm:constr type="h" for="ch" forName="Accent12" refType="h" fact="0.0451"/>
          <dgm:constr type="l" for="ch" forName="Accent4" refType="w" fact="0.5021"/>
          <dgm:constr type="t" for="ch" forName="Accent4" refType="h" fact="0.7567"/>
          <dgm:constr type="w" for="ch" forName="Accent4" refType="w" fact="0.0542"/>
          <dgm:constr type="h" for="ch" forName="Accent4" refType="h" fact="0.0623"/>
          <dgm:constr type="l" for="ch" forName="Accent10" refType="w" fact="0"/>
          <dgm:constr type="t" for="ch" forName="Accent10" refType="h" fact="0.7197"/>
          <dgm:constr type="w" for="ch" forName="Accent10" refType="w" fact="0.0393"/>
          <dgm:constr type="h" for="ch" forName="Accent10" refType="h" fact="0.0451"/>
          <dgm:constr type="l" for="ch" forName="Accent11" refType="w" fact="0.3916"/>
          <dgm:constr type="t" for="ch" forName="Accent11" refType="h" fact="0.6555"/>
          <dgm:constr type="w" for="ch" forName="Accent11" refType="w" fact="0.0393"/>
          <dgm:constr type="h" for="ch" forName="Accent11" refType="h" fact="0.0451"/>
          <dgm:constr type="l" for="ch" forName="Accent7" refType="w" fact="0.3944"/>
          <dgm:constr type="t" for="ch" forName="Accent7" refType="h" fact="0.2556"/>
          <dgm:constr type="w" for="ch" forName="Accent7" refType="w" fact="0.0542"/>
          <dgm:constr type="h" for="ch" forName="Accent7" refType="h" fact="0.0623"/>
          <dgm:constr type="l" for="ch" forName="Accent5" refType="w" fact="0.3319"/>
          <dgm:constr type="t" for="ch" forName="Accent5" refType="h" fact="0.2536"/>
          <dgm:constr type="w" for="ch" forName="Accent5" refType="w" fact="0.0393"/>
          <dgm:constr type="h" for="ch" forName="Accent5" refType="h" fact="0.0451"/>
          <dgm:constr type="l" for="ch" forName="Accent6" refType="w" fact="0.2082"/>
          <dgm:constr type="t" for="ch" forName="Accent6" refType="h" fact="0.5117"/>
          <dgm:constr type="w" for="ch" forName="Accent6" refType="w" fact="0.0393"/>
          <dgm:constr type="h" for="ch" forName="Accent6" refType="h" fact="0.0451"/>
          <dgm:constr type="l" for="ch" forName="Child5" refType="w" fact="0.4219"/>
          <dgm:constr type="t" for="ch" forName="Child5" refType="h" fact="0"/>
          <dgm:constr type="w" for="ch" forName="Child5" refType="w" fact="0.1982"/>
          <dgm:constr type="h" for="ch" forName="Child5" refType="h" fact="0.2275"/>
          <dgm:constr type="l" for="ch" forName="Child4" refType="w" fact="0.2329"/>
          <dgm:constr type="t" for="ch" forName="Child4" refType="h" fact="0.7725"/>
          <dgm:constr type="w" for="ch" forName="Child4" refType="w" fact="0.1982"/>
          <dgm:constr type="h" for="ch" forName="Child4" refType="h" fact="0.2275"/>
          <dgm:constr type="l" for="ch" forName="Accent15" refType="w" fact="0.1775"/>
          <dgm:constr type="t" for="ch" forName="Accent15" refType="h" fact="0.2466"/>
          <dgm:constr type="w" for="ch" forName="Accent15" refType="w" fact="0.0393"/>
          <dgm:constr type="h" for="ch" forName="Accent15" refType="h" fact="0.0451"/>
          <dgm:constr type="l" for="ch" forName="Accent16" refType="w" fact="0.6351"/>
          <dgm:constr type="t" for="ch" forName="Accent16" refType="h" fact="0.056"/>
          <dgm:constr type="w" for="ch" forName="Accent16" refType="w" fact="0.0393"/>
          <dgm:constr type="h" for="ch" forName="Accent16" refType="h" fact="0.0451"/>
          <dgm:constr type="l" for="ch" forName="Accent13" refType="w" fact="0.4099"/>
          <dgm:constr type="t" for="ch" forName="Accent13" refType="h" fact="0.7648"/>
          <dgm:constr type="w" for="ch" forName="Accent13" refType="w" fact="0.0393"/>
          <dgm:constr type="h" for="ch" forName="Accent13" refType="h" fact="0.0451"/>
        </dgm:constrLst>
      </dgm:else>
    </dgm:choose>
    <dgm:forEach name="wrapper" axis="self" ptType="parTrans">
      <dgm:forEach name="accentRepeat1" axis="self">
        <dgm:layoutNode name="AccentHold1" styleLbl="node1">
          <dgm:alg type="sp"/>
          <dgm:shape xmlns:r="http://schemas.openxmlformats.org/officeDocument/2006/relationships" type="ellipse" r:blip="">
            <dgm:adjLst/>
          </dgm:shape>
          <dgm:presOf/>
        </dgm:layoutNode>
      </dgm:forEach>
      <dgm:forEach name="accentRepeat2" axis="self">
        <dgm:layoutNode name="AccentHold2" styleLbl="node1">
          <dgm:alg type="sp"/>
          <dgm:shape xmlns:r="http://schemas.openxmlformats.org/officeDocument/2006/relationships" type="ellipse" r:blip="">
            <dgm:adjLst/>
          </dgm:shape>
          <dgm:presOf/>
        </dgm:layoutNode>
      </dgm:forEach>
      <dgm:forEach name="accentRepeat3" axis="self">
        <dgm:layoutNode name="AccentHold3" styleLbl="node1">
          <dgm:alg type="sp"/>
          <dgm:shape xmlns:r="http://schemas.openxmlformats.org/officeDocument/2006/relationships" type="ellipse" r:blip="">
            <dgm:adjLst/>
          </dgm:shape>
          <dgm:presOf/>
        </dgm:layoutNode>
      </dgm:forEach>
    </dgm:forEach>
    <dgm:forEach name="Name8" axis="ch" ptType="node" cnt="1">
      <dgm:layoutNode name="Parent" styleLbl="node0">
        <dgm:varLst>
          <dgm:chMax val="5"/>
          <dgm:chPref val="5"/>
        </dgm:varLst>
        <dgm:alg type="tx"/>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ch" ptType="node" func="cnt" op="lte" val="4">
          <dgm:layoutNode name="Accent1" styleLbl="node1">
            <dgm:alg type="sp"/>
            <dgm:shape xmlns:r="http://schemas.openxmlformats.org/officeDocument/2006/relationships" type="ellipse" r:blip="">
              <dgm:adjLst/>
            </dgm:shape>
            <dgm:presOf/>
            <dgm:constrLst/>
          </dgm:layoutNode>
        </dgm:if>
        <dgm:else name="Name11"/>
      </dgm:choose>
      <dgm:layoutNode name="Accent2" styleLbl="node1">
        <dgm:alg type="sp"/>
        <dgm:shape xmlns:r="http://schemas.openxmlformats.org/officeDocument/2006/relationships" type="ellipse" r:blip="">
          <dgm:adjLst/>
        </dgm:shape>
        <dgm:presOf/>
        <dgm:constrLst/>
      </dgm:layoutNode>
      <dgm:layoutNode name="Accent3" styleLbl="node1">
        <dgm:alg type="sp"/>
        <dgm:shape xmlns:r="http://schemas.openxmlformats.org/officeDocument/2006/relationships" type="ellipse" r:blip="">
          <dgm:adjLst/>
        </dgm:shape>
        <dgm:presOf/>
        <dgm:constrLst/>
      </dgm:layoutNode>
      <dgm:layoutNode name="Accent4" styleLbl="node1">
        <dgm:alg type="sp"/>
        <dgm:shape xmlns:r="http://schemas.openxmlformats.org/officeDocument/2006/relationships" type="ellipse" r:blip="">
          <dgm:adjLst/>
        </dgm:shape>
        <dgm:presOf/>
        <dgm:constrLst/>
      </dgm:layoutNode>
      <dgm:layoutNode name="Accent5" styleLbl="node1">
        <dgm:alg type="sp"/>
        <dgm:shape xmlns:r="http://schemas.openxmlformats.org/officeDocument/2006/relationships" type="ellipse" r:blip="">
          <dgm:adjLst/>
        </dgm:shape>
        <dgm:presOf/>
        <dgm:constrLst/>
      </dgm:layoutNode>
      <dgm:layoutNode name="Accent6" styleLbl="node1">
        <dgm:alg type="sp"/>
        <dgm:shape xmlns:r="http://schemas.openxmlformats.org/officeDocument/2006/relationships" type="ellipse" r:blip="">
          <dgm:adjLst/>
        </dgm:shape>
        <dgm:presOf/>
        <dgm:constrLst/>
      </dgm:layoutNode>
    </dgm:forEach>
    <dgm:forEach name="Name12" axis="ch ch" ptType="node node" st="1 1" cnt="1 1">
      <dgm:layoutNode name="Child1"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7">
        <dgm:alg type="sp"/>
        <dgm:shape xmlns:r="http://schemas.openxmlformats.org/officeDocument/2006/relationships" r:blip="">
          <dgm:adjLst/>
        </dgm:shape>
        <dgm:presOf/>
        <dgm:constrLst/>
        <dgm:forEach name="Name13" ref="accentRepeat1"/>
      </dgm:layoutNode>
      <dgm:layoutNode name="Accent8">
        <dgm:alg type="sp"/>
        <dgm:shape xmlns:r="http://schemas.openxmlformats.org/officeDocument/2006/relationships" r:blip="">
          <dgm:adjLst/>
        </dgm:shape>
        <dgm:presOf/>
        <dgm:constrLst/>
        <dgm:forEach name="Name14" ref="accentRepeat2"/>
      </dgm:layoutNode>
    </dgm:forEach>
    <dgm:forEach name="Name15" axis="ch ch" ptType="node node" st="1 2" cnt="1 1">
      <dgm:layoutNode name="Child2"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9">
        <dgm:alg type="sp"/>
        <dgm:shape xmlns:r="http://schemas.openxmlformats.org/officeDocument/2006/relationships" r:blip="">
          <dgm:adjLst/>
        </dgm:shape>
        <dgm:presOf/>
        <dgm:constrLst/>
        <dgm:forEach name="Name16" ref="accentRepeat1"/>
      </dgm:layoutNode>
      <dgm:layoutNode name="Accent10">
        <dgm:alg type="sp"/>
        <dgm:shape xmlns:r="http://schemas.openxmlformats.org/officeDocument/2006/relationships" r:blip="">
          <dgm:adjLst/>
        </dgm:shape>
        <dgm:presOf/>
        <dgm:constrLst/>
        <dgm:forEach name="Name17" ref="accentRepeat2"/>
      </dgm:layoutNode>
      <dgm:layoutNode name="Accent11">
        <dgm:alg type="sp"/>
        <dgm:shape xmlns:r="http://schemas.openxmlformats.org/officeDocument/2006/relationships" r:blip="">
          <dgm:adjLst/>
        </dgm:shape>
        <dgm:presOf/>
        <dgm:constrLst/>
        <dgm:forEach name="Name18" ref="accentRepeat3"/>
      </dgm:layoutNode>
    </dgm:forEach>
    <dgm:forEach name="Name19" axis="ch ch" ptType="node node" st="1 3" cnt="1 1">
      <dgm:layoutNode name="Child3"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2">
        <dgm:alg type="sp"/>
        <dgm:shape xmlns:r="http://schemas.openxmlformats.org/officeDocument/2006/relationships" r:blip="">
          <dgm:adjLst/>
        </dgm:shape>
        <dgm:presOf/>
        <dgm:constrLst/>
        <dgm:forEach name="Name20" ref="accentRepeat1"/>
      </dgm:layoutNode>
    </dgm:forEach>
    <dgm:forEach name="Name21" axis="ch ch" ptType="node node" st="1 4" cnt="1 1">
      <dgm:layoutNode name="Child4"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3">
        <dgm:alg type="sp"/>
        <dgm:shape xmlns:r="http://schemas.openxmlformats.org/officeDocument/2006/relationships" r:blip="">
          <dgm:adjLst/>
        </dgm:shape>
        <dgm:presOf/>
        <dgm:constrLst/>
        <dgm:forEach name="Name22" ref="accentRepeat1"/>
      </dgm:layoutNode>
    </dgm:forEach>
    <dgm:forEach name="Name23" axis="ch ch" ptType="node node" st="1 5" cnt="1 1">
      <dgm:layoutNode name="Child5"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5">
        <dgm:alg type="sp"/>
        <dgm:shape xmlns:r="http://schemas.openxmlformats.org/officeDocument/2006/relationships" r:blip="">
          <dgm:adjLst/>
        </dgm:shape>
        <dgm:presOf/>
        <dgm:constrLst/>
        <dgm:forEach name="Name24" ref="accentRepeat2"/>
      </dgm:layoutNode>
      <dgm:layoutNode name="Accent16">
        <dgm:alg type="sp"/>
        <dgm:shape xmlns:r="http://schemas.openxmlformats.org/officeDocument/2006/relationships" r:blip="">
          <dgm:adjLst/>
        </dgm:shape>
        <dgm:presOf/>
        <dgm:constrLst/>
        <dgm:forEach name="Name25" ref="accentRepeat3"/>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6.xml><?xml version="1.0" encoding="utf-8"?>
<dgm:layoutDef xmlns:dgm="http://schemas.openxmlformats.org/drawingml/2006/diagram" xmlns:a="http://schemas.openxmlformats.org/drawingml/2006/main" uniqueId="urn:microsoft.com/office/officeart/2009/3/layout/CircleRelationship">
  <dgm:title val=""/>
  <dgm:desc val=""/>
  <dgm:catLst>
    <dgm:cat type="relationship" pri="1500"/>
  </dgm:catLst>
  <dgm:samp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sampData>
  <dgm:style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styleData>
  <dgm:clr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clrData>
  <dgm:layoutNode name="Name0">
    <dgm:varLst>
      <dgm:chMax val="1"/>
      <dgm:chPref val="1"/>
    </dgm:varLst>
    <dgm:shape xmlns:r="http://schemas.openxmlformats.org/officeDocument/2006/relationships" r:blip="">
      <dgm:adjLst/>
    </dgm:shape>
    <dgm:choose name="Name1">
      <dgm:if name="Name2" axis="ch ch" ptType="node node" func="cnt" op="equ" val="0">
        <dgm:alg type="composite">
          <dgm:param type="ar" val="0.98"/>
        </dgm:alg>
        <dgm:constrLst>
          <dgm:constr type="primFontSz" for="des" ptType="node" op="equ" val="65"/>
          <dgm:constr type="l" for="ch" forName="Parent" refType="w" fact="0"/>
          <dgm:constr type="t" for="ch" forName="Parent" refType="h" fact="0.039"/>
          <dgm:constr type="w" for="ch" forName="Parent" refType="w" fact="0.8734"/>
          <dgm:constr type="h" for="ch" forName="Parent" refType="h" fact="0.856"/>
          <dgm:constr type="l" for="ch" forName="Accent1" refType="w" fact="0.4984"/>
          <dgm:constr type="t" for="ch" forName="Accent1" refType="h" fact="0"/>
          <dgm:constr type="w" for="ch" forName="Accent1" refType="w" fact="0.0972"/>
          <dgm:constr type="h" for="ch" forName="Accent1" refType="h" fact="0.0952"/>
          <dgm:constr type="l" for="ch" forName="Accent2" refType="w" fact="0.2684"/>
          <dgm:constr type="t" for="ch" forName="Accent2" refType="h" fact="0.8314"/>
          <dgm:constr type="w" for="ch" forName="Accent2" refType="w" fact="0.0704"/>
          <dgm:constr type="h" for="ch" forName="Accent2" refType="h" fact="0.069"/>
          <dgm:constr type="l" for="ch" forName="Accent3" refType="w" fact="0.9296"/>
          <dgm:constr type="t" for="ch" forName="Accent3" refType="h" fact="0.3864"/>
          <dgm:constr type="w" for="ch" forName="Accent3" refType="w" fact="0.0704"/>
          <dgm:constr type="h" for="ch" forName="Accent3" refType="h" fact="0.069"/>
          <dgm:constr type="l" for="ch" forName="Accent4" refType="w" fact="0.5931"/>
          <dgm:constr type="t" for="ch" forName="Accent4" refType="h" fact="0.9048"/>
          <dgm:constr type="w" for="ch" forName="Accent4" refType="w" fact="0.0972"/>
          <dgm:constr type="h" for="ch" forName="Accent4" refType="h" fact="0.0952"/>
          <dgm:constr type="l" for="ch" forName="Accent5" refType="w" fact="0.2883"/>
          <dgm:constr type="t" for="ch" forName="Accent5" refType="h" fact="0.1353"/>
          <dgm:constr type="w" for="ch" forName="Accent5" refType="w" fact="0.0704"/>
          <dgm:constr type="h" for="ch" forName="Accent5" refType="h" fact="0.069"/>
          <dgm:constr type="l" for="ch" forName="Accent6" refType="w" fact="0.0666"/>
          <dgm:constr type="t" for="ch" forName="Accent6" refType="h" fact="0.53"/>
          <dgm:constr type="w" for="ch" forName="Accent6" refType="w" fact="0.0704"/>
          <dgm:constr type="h" for="ch" forName="Accent6" refType="h" fact="0.069"/>
        </dgm:constrLst>
      </dgm:if>
      <dgm:if name="Name3" axis="ch ch" ptType="node node" func="cnt" op="equ" val="1">
        <dgm:alg type="composite">
          <dgm:param type="ar" val="1.2476"/>
        </dgm:alg>
        <dgm:constrLst>
          <dgm:constr type="primFontSz" for="des" ptType="node" op="equ" val="65"/>
          <dgm:constr type="l" for="ch" forName="Parent" refType="w" fact="0.2145"/>
          <dgm:constr type="t" for="ch" forName="Parent" refType="h" fact="0.039"/>
          <dgm:constr type="w" for="ch" forName="Parent" refType="w" fact="0.6861"/>
          <dgm:constr type="h" for="ch" forName="Parent" refType="h" fact="0.856"/>
          <dgm:constr type="l" for="ch" forName="Accent8" refType="w" fact="0.0262"/>
          <dgm:constr type="t" for="ch" forName="Accent8" refType="h" fact="0.6434"/>
          <dgm:constr type="w" for="ch" forName="Accent8" refType="w" fact="0.138"/>
          <dgm:constr type="h" for="ch" forName="Accent8" refType="h" fact="0.1721"/>
          <dgm:constr type="l" for="ch" forName="Accent1" refType="w" fact="0.6059"/>
          <dgm:constr type="t" for="ch" forName="Accent1" refType="h" fact="0"/>
          <dgm:constr type="w" for="ch" forName="Accent1" refType="w" fact="0.0763"/>
          <dgm:constr type="h" for="ch" forName="Accent1" refType="h" fact="0.0952"/>
          <dgm:constr type="l" for="ch" forName="Accent2" refType="w" fact="0.4253"/>
          <dgm:constr type="t" for="ch" forName="Accent2" refType="h" fact="0.8314"/>
          <dgm:constr type="w" for="ch" forName="Accent2" refType="w" fact="0.0553"/>
          <dgm:constr type="h" for="ch" forName="Accent2" refType="h" fact="0.069"/>
          <dgm:constr type="l" for="ch" forName="Accent3" refType="w" fact="0.9447"/>
          <dgm:constr type="t" for="ch" forName="Accent3" refType="h" fact="0.3864"/>
          <dgm:constr type="w" for="ch" forName="Accent3" refType="w" fact="0.0553"/>
          <dgm:constr type="h" for="ch" forName="Accent3" refType="h" fact="0.069"/>
          <dgm:constr type="l" for="ch" forName="Child1" refType="w" fact="0"/>
          <dgm:constr type="t" for="ch" forName="Child1" refType="h" fact="0.1935"/>
          <dgm:constr type="w" for="ch" forName="Child1" refType="w" fact="0.2789"/>
          <dgm:constr type="h" for="ch" forName="Child1" refType="h" fact="0.3479"/>
          <dgm:constr type="l" for="ch" forName="Accent4" refType="w" fact="0.6803"/>
          <dgm:constr type="t" for="ch" forName="Accent4" refType="h" fact="0.9048"/>
          <dgm:constr type="w" for="ch" forName="Accent4" refType="w" fact="0.0763"/>
          <dgm:constr type="h" for="ch" forName="Accent4" refType="h" fact="0.0952"/>
          <dgm:constr type="l" for="ch" forName="Accent7" refType="w" fact="0.5287"/>
          <dgm:constr type="t" for="ch" forName="Accent7" refType="h" fact="0.1383"/>
          <dgm:constr type="w" for="ch" forName="Accent7" refType="w" fact="0.0763"/>
          <dgm:constr type="h" for="ch" forName="Accent7" refType="h" fact="0.0952"/>
          <dgm:constr type="l" for="ch" forName="Accent5" refType="w" fact="0.4409"/>
          <dgm:constr type="t" for="ch" forName="Accent5" refType="h" fact="0.1353"/>
          <dgm:constr type="w" for="ch" forName="Accent5" refType="w" fact="0.0553"/>
          <dgm:constr type="h" for="ch" forName="Accent5" refType="h" fact="0.069"/>
          <dgm:constr type="l" for="ch" forName="Accent6" refType="w" fact="0.2668"/>
          <dgm:constr type="t" for="ch" forName="Accent6" refType="h" fact="0.53"/>
          <dgm:constr type="w" for="ch" forName="Accent6" refType="w" fact="0.0553"/>
          <dgm:constr type="h" for="ch" forName="Accent6" refType="h" fact="0.069"/>
        </dgm:constrLst>
      </dgm:if>
      <dgm:if name="Name4" axis="ch ch" ptType="node node" func="cnt" op="equ" val="2">
        <dgm:alg type="composite">
          <dgm:param type="ar" val="1.592"/>
        </dgm:alg>
        <dgm:constrLst>
          <dgm:constr type="primFontSz" for="des" ptType="node" op="equ" val="65"/>
          <dgm:constr type="l" for="ch" forName="Parent" refType="w" fact="0.1886"/>
          <dgm:constr type="t" for="ch" forName="Parent" refType="h" fact="0.039"/>
          <dgm:constr type="w" for="ch" forName="Parent" refType="w" fact="0.5377"/>
          <dgm:constr type="h" for="ch" forName="Parent" refType="h" fact="0.856"/>
          <dgm:constr type="l" for="ch" forName="Accent8" refType="w" fact="0.0411"/>
          <dgm:constr type="t" for="ch" forName="Accent8" refType="h" fact="0.6434"/>
          <dgm:constr type="w" for="ch" forName="Accent8" refType="w" fact="0.1081"/>
          <dgm:constr type="h" for="ch" forName="Accent8" refType="h" fact="0.1721"/>
          <dgm:constr type="l" for="ch" forName="Accent1" refType="w" fact="0.4954"/>
          <dgm:constr type="t" for="ch" forName="Accent1" refType="h" fact="0"/>
          <dgm:constr type="w" for="ch" forName="Accent1" refType="w" fact="0.0598"/>
          <dgm:constr type="h" for="ch" forName="Accent1" refType="h" fact="0.0952"/>
          <dgm:constr type="l" for="ch" forName="Accent2" refType="w" fact="0.3538"/>
          <dgm:constr type="t" for="ch" forName="Accent2" refType="h" fact="0.8314"/>
          <dgm:constr type="w" for="ch" forName="Accent2" refType="w" fact="0.0433"/>
          <dgm:constr type="h" for="ch" forName="Accent2" refType="h" fact="0.069"/>
          <dgm:constr type="l" for="ch" forName="Accent3" refType="w" fact="0.7609"/>
          <dgm:constr type="t" for="ch" forName="Accent3" refType="h" fact="0.3864"/>
          <dgm:constr type="w" for="ch" forName="Accent3" refType="w" fact="0.0433"/>
          <dgm:constr type="h" for="ch" forName="Accent3" refType="h" fact="0.069"/>
          <dgm:constr type="l" for="ch" forName="Accent9" refType="w" fact="0.6839"/>
          <dgm:constr type="t" for="ch" forName="Accent9" refType="h" fact="0.27"/>
          <dgm:constr type="w" for="ch" forName="Accent9" refType="w" fact="0.0598"/>
          <dgm:constr type="h" for="ch" forName="Accent9" refType="h" fact="0.0952"/>
          <dgm:constr type="l" for="ch" forName="Child1" refType="w" fact="0.0206"/>
          <dgm:constr type="t" for="ch" forName="Child1" refType="h" fact="0.1935"/>
          <dgm:constr type="w" for="ch" forName="Child1" refType="w" fact="0.2186"/>
          <dgm:constr type="h" for="ch" forName="Child1" refType="h" fact="0.3479"/>
          <dgm:constr type="l" for="ch" forName="Child2" refType="w" fact="0.7814"/>
          <dgm:constr type="t" for="ch" forName="Child2" refType="h" fact="0.0298"/>
          <dgm:constr type="w" for="ch" forName="Child2" refType="w" fact="0.2186"/>
          <dgm:constr type="h" for="ch" forName="Child2" refType="h" fact="0.3479"/>
          <dgm:constr type="l" for="ch" forName="Accent10" refType="w" fact="0"/>
          <dgm:constr type="t" for="ch" forName="Accent10" refType="h" fact="0.8482"/>
          <dgm:constr type="w" for="ch" forName="Accent10" refType="w" fact="0.0433"/>
          <dgm:constr type="h" for="ch" forName="Accent10" refType="h" fact="0.069"/>
          <dgm:constr type="l" for="ch" forName="Accent11" refType="w" fact="0.4318"/>
          <dgm:constr type="t" for="ch" forName="Accent11" refType="h" fact="0.75"/>
          <dgm:constr type="w" for="ch" forName="Accent11" refType="w" fact="0.0433"/>
          <dgm:constr type="h" for="ch" forName="Accent11" refType="h" fact="0.069"/>
          <dgm:constr type="l" for="ch" forName="Accent7" refType="w" fact="0.4349"/>
          <dgm:constr type="t" for="ch" forName="Accent7" refType="h" fact="0.1383"/>
          <dgm:constr type="w" for="ch" forName="Accent7" refType="w" fact="0.0598"/>
          <dgm:constr type="h" for="ch" forName="Accent7" refType="h" fact="0.0952"/>
          <dgm:constr type="l" for="ch" forName="Accent5" refType="w" fact="0.3661"/>
          <dgm:constr type="t" for="ch" forName="Accent5" refType="h" fact="0.1353"/>
          <dgm:constr type="w" for="ch" forName="Accent5" refType="w" fact="0.0433"/>
          <dgm:constr type="h" for="ch" forName="Accent5" refType="h" fact="0.069"/>
          <dgm:constr type="l" for="ch" forName="Accent6" refType="w" fact="0.2296"/>
          <dgm:constr type="t" for="ch" forName="Accent6" refType="h" fact="0.53"/>
          <dgm:constr type="w" for="ch" forName="Accent6" refType="w" fact="0.0433"/>
          <dgm:constr type="h" for="ch" forName="Accent6" refType="h" fact="0.069"/>
          <dgm:constr type="l" for="ch" forName="Accent4" refType="w" fact="0.5537"/>
          <dgm:constr type="t" for="ch" forName="Accent4" refType="h" fact="0.9048"/>
          <dgm:constr type="w" for="ch" forName="Accent4" refType="w" fact="0.0598"/>
          <dgm:constr type="h" for="ch" forName="Accent4" refType="h" fact="0.0952"/>
        </dgm:constrLst>
      </dgm:if>
      <dgm:if name="Name5" axis="ch ch" ptType="node node" func="cnt" op="equ" val="3">
        <dgm:alg type="composite">
          <dgm:param type="ar" val="1.7557"/>
        </dgm:alg>
        <dgm:constrLst>
          <dgm:constr type="primFontSz" for="des" ptType="node" op="equ" val="65"/>
          <dgm:constr type="l" for="ch" forName="Parent" refType="w" fact="0.171"/>
          <dgm:constr type="t" for="ch" forName="Parent" refType="h" fact="0.039"/>
          <dgm:constr type="w" for="ch" forName="Parent" refType="w" fact="0.4875"/>
          <dgm:constr type="h" for="ch" forName="Parent" refType="h" fact="0.856"/>
          <dgm:constr type="l" for="ch" forName="Accent8" refType="w" fact="0.0373"/>
          <dgm:constr type="t" for="ch" forName="Accent8" refType="h" fact="0.6434"/>
          <dgm:constr type="w" for="ch" forName="Accent8" refType="w" fact="0.098"/>
          <dgm:constr type="h" for="ch" forName="Accent8" refType="h" fact="0.1721"/>
          <dgm:constr type="l" for="ch" forName="Accent1" refType="w" fact="0.4492"/>
          <dgm:constr type="t" for="ch" forName="Accent1" refType="h" fact="0"/>
          <dgm:constr type="w" for="ch" forName="Accent1" refType="w" fact="0.0542"/>
          <dgm:constr type="h" for="ch" forName="Accent1" refType="h" fact="0.0952"/>
          <dgm:constr type="l" for="ch" forName="Accent2" refType="w" fact="0.3209"/>
          <dgm:constr type="t" for="ch" forName="Accent2" refType="h" fact="0.8314"/>
          <dgm:constr type="w" for="ch" forName="Accent2" refType="w" fact="0.0393"/>
          <dgm:constr type="h" for="ch" forName="Accent2" refType="h" fact="0.069"/>
          <dgm:constr type="l" for="ch" forName="Accent3" refType="w" fact="0.6899"/>
          <dgm:constr type="t" for="ch" forName="Accent3" refType="h" fact="0.3864"/>
          <dgm:constr type="w" for="ch" forName="Accent3" refType="w" fact="0.0393"/>
          <dgm:constr type="h" for="ch" forName="Accent3" refType="h" fact="0.069"/>
          <dgm:constr type="l" for="ch" forName="Accent9" refType="w" fact="0.6201"/>
          <dgm:constr type="t" for="ch" forName="Accent9" refType="h" fact="0.27"/>
          <dgm:constr type="w" for="ch" forName="Accent9" refType="w" fact="0.0542"/>
          <dgm:constr type="h" for="ch" forName="Accent9" refType="h" fact="0.0952"/>
          <dgm:constr type="l" for="ch" forName="Child1" refType="w" fact="0.0186"/>
          <dgm:constr type="t" for="ch" forName="Child1" refType="h" fact="0.1935"/>
          <dgm:constr type="w" for="ch" forName="Child1" refType="w" fact="0.1982"/>
          <dgm:constr type="h" for="ch" forName="Child1" refType="h" fact="0.3479"/>
          <dgm:constr type="l" for="ch" forName="Child2" refType="w" fact="0.7086"/>
          <dgm:constr type="t" for="ch" forName="Child2" refType="h" fact="0.0298"/>
          <dgm:constr type="w" for="ch" forName="Child2" refType="w" fact="0.1982"/>
          <dgm:constr type="h" for="ch" forName="Child2" refType="h" fact="0.3479"/>
          <dgm:constr type="l" for="ch" forName="Child3" refType="w" fact="0.8018"/>
          <dgm:constr type="t" for="ch" forName="Child3" refType="h" fact="0.6312"/>
          <dgm:constr type="w" for="ch" forName="Child3" refType="w" fact="0.1982"/>
          <dgm:constr type="h" for="ch" forName="Child3" refType="h" fact="0.3479"/>
          <dgm:constr type="l" for="ch" forName="Accent12" refType="w" fact="0.7459"/>
          <dgm:constr type="t" for="ch" forName="Accent12" refType="h" fact="0.619"/>
          <dgm:constr type="w" for="ch" forName="Accent12" refType="w" fact="0.0393"/>
          <dgm:constr type="h" for="ch" forName="Accent12" refType="h" fact="0.069"/>
          <dgm:constr type="l" for="ch" forName="Accent4" refType="w" fact="0.5021"/>
          <dgm:constr type="t" for="ch" forName="Accent4" refType="h" fact="0.9048"/>
          <dgm:constr type="w" for="ch" forName="Accent4" refType="w" fact="0.0542"/>
          <dgm:constr type="h" for="ch" forName="Accent4" refType="h" fact="0.0952"/>
          <dgm:constr type="l" for="ch" forName="Accent10" refType="w" fact="0"/>
          <dgm:constr type="t" for="ch" forName="Accent10" refType="h" fact="0.8482"/>
          <dgm:constr type="w" for="ch" forName="Accent10" refType="w" fact="0.0393"/>
          <dgm:constr type="h" for="ch" forName="Accent10" refType="h" fact="0.069"/>
          <dgm:constr type="l" for="ch" forName="Accent11" refType="w" fact="0.3916"/>
          <dgm:constr type="t" for="ch" forName="Accent11" refType="h" fact="0.75"/>
          <dgm:constr type="w" for="ch" forName="Accent11" refType="w" fact="0.0393"/>
          <dgm:constr type="h" for="ch" forName="Accent11" refType="h" fact="0.069"/>
          <dgm:constr type="l" for="ch" forName="Accent7" refType="w" fact="0.3944"/>
          <dgm:constr type="t" for="ch" forName="Accent7" refType="h" fact="0.1383"/>
          <dgm:constr type="w" for="ch" forName="Accent7" refType="w" fact="0.0542"/>
          <dgm:constr type="h" for="ch" forName="Accent7" refType="h" fact="0.0952"/>
          <dgm:constr type="l" for="ch" forName="Accent5" refType="w" fact="0.3319"/>
          <dgm:constr type="t" for="ch" forName="Accent5" refType="h" fact="0.1353"/>
          <dgm:constr type="w" for="ch" forName="Accent5" refType="w" fact="0.0393"/>
          <dgm:constr type="h" for="ch" forName="Accent5" refType="h" fact="0.069"/>
          <dgm:constr type="l" for="ch" forName="Accent6" refType="w" fact="0.2082"/>
          <dgm:constr type="t" for="ch" forName="Accent6" refType="h" fact="0.53"/>
          <dgm:constr type="w" for="ch" forName="Accent6" refType="w" fact="0.0393"/>
          <dgm:constr type="h" for="ch" forName="Accent6" refType="h" fact="0.069"/>
        </dgm:constrLst>
      </dgm:if>
      <dgm:if name="Name6" axis="ch ch" ptType="node node" func="cnt" op="equ" val="4">
        <dgm:alg type="composite">
          <dgm:param type="ar" val="1.3749"/>
        </dgm:alg>
        <dgm:constrLst>
          <dgm:constr type="primFontSz" for="des" ptType="node" op="equ" val="65"/>
          <dgm:constr type="l" for="ch" forName="Parent" refType="w" fact="0.171"/>
          <dgm:constr type="t" for="ch" forName="Parent" refType="h" fact="0.0306"/>
          <dgm:constr type="w" for="ch" forName="Parent" refType="w" fact="0.4875"/>
          <dgm:constr type="h" for="ch" forName="Parent" refType="h" fact="0.6703"/>
          <dgm:constr type="l" for="ch" forName="Accent8" refType="w" fact="0.0373"/>
          <dgm:constr type="t" for="ch" forName="Accent8" refType="h" fact="0.5038"/>
          <dgm:constr type="w" for="ch" forName="Accent8" refType="w" fact="0.098"/>
          <dgm:constr type="h" for="ch" forName="Accent8" refType="h" fact="0.1348"/>
          <dgm:constr type="l" for="ch" forName="Accent1" refType="w" fact="0.4492"/>
          <dgm:constr type="t" for="ch" forName="Accent1" refType="h" fact="0"/>
          <dgm:constr type="w" for="ch" forName="Accent1" refType="w" fact="0.0542"/>
          <dgm:constr type="h" for="ch" forName="Accent1" refType="h" fact="0.0746"/>
          <dgm:constr type="l" for="ch" forName="Accent2" refType="w" fact="0.3209"/>
          <dgm:constr type="t" for="ch" forName="Accent2" refType="h" fact="0.6511"/>
          <dgm:constr type="w" for="ch" forName="Accent2" refType="w" fact="0.0393"/>
          <dgm:constr type="h" for="ch" forName="Accent2" refType="h" fact="0.054"/>
          <dgm:constr type="l" for="ch" forName="Accent3" refType="w" fact="0.6899"/>
          <dgm:constr type="t" for="ch" forName="Accent3" refType="h" fact="0.3026"/>
          <dgm:constr type="w" for="ch" forName="Accent3" refType="w" fact="0.0393"/>
          <dgm:constr type="h" for="ch" forName="Accent3" refType="h" fact="0.054"/>
          <dgm:constr type="l" for="ch" forName="Accent9" refType="w" fact="0.6201"/>
          <dgm:constr type="t" for="ch" forName="Accent9" refType="h" fact="0.2115"/>
          <dgm:constr type="w" for="ch" forName="Accent9" refType="w" fact="0.0542"/>
          <dgm:constr type="h" for="ch" forName="Accent9" refType="h" fact="0.0746"/>
          <dgm:constr type="l" for="ch" forName="Child1" refType="w" fact="0.0186"/>
          <dgm:constr type="t" for="ch" forName="Child1" refType="h" fact="0.1515"/>
          <dgm:constr type="w" for="ch" forName="Child1" refType="w" fact="0.1982"/>
          <dgm:constr type="h" for="ch" forName="Child1" refType="h" fact="0.2725"/>
          <dgm:constr type="l" for="ch" forName="Child2" refType="w" fact="0.7086"/>
          <dgm:constr type="t" for="ch" forName="Child2" refType="h" fact="0.0233"/>
          <dgm:constr type="w" for="ch" forName="Child2" refType="w" fact="0.1982"/>
          <dgm:constr type="h" for="ch" forName="Child2" refType="h" fact="0.2725"/>
          <dgm:constr type="l" for="ch" forName="Child3" refType="w" fact="0.8018"/>
          <dgm:constr type="t" for="ch" forName="Child3" refType="h" fact="0.4943"/>
          <dgm:constr type="w" for="ch" forName="Child3" refType="w" fact="0.1982"/>
          <dgm:constr type="h" for="ch" forName="Child3" refType="h" fact="0.2725"/>
          <dgm:constr type="l" for="ch" forName="Accent12" refType="w" fact="0.7459"/>
          <dgm:constr type="t" for="ch" forName="Accent12" refType="h" fact="0.4848"/>
          <dgm:constr type="w" for="ch" forName="Accent12" refType="w" fact="0.0393"/>
          <dgm:constr type="h" for="ch" forName="Accent12" refType="h" fact="0.054"/>
          <dgm:constr type="l" for="ch" forName="Accent4" refType="w" fact="0.5021"/>
          <dgm:constr type="t" for="ch" forName="Accent4" refType="h" fact="0.7085"/>
          <dgm:constr type="w" for="ch" forName="Accent4" refType="w" fact="0.0542"/>
          <dgm:constr type="h" for="ch" forName="Accent4" refType="h" fact="0.0746"/>
          <dgm:constr type="l" for="ch" forName="Accent10" refType="w" fact="0"/>
          <dgm:constr type="t" for="ch" forName="Accent10" refType="h" fact="0.6642"/>
          <dgm:constr type="w" for="ch" forName="Accent10" refType="w" fact="0.0393"/>
          <dgm:constr type="h" for="ch" forName="Accent10" refType="h" fact="0.054"/>
          <dgm:constr type="l" for="ch" forName="Accent11" refType="w" fact="0.3916"/>
          <dgm:constr type="t" for="ch" forName="Accent11" refType="h" fact="0.5873"/>
          <dgm:constr type="w" for="ch" forName="Accent11" refType="w" fact="0.0393"/>
          <dgm:constr type="h" for="ch" forName="Accent11" refType="h" fact="0.054"/>
          <dgm:constr type="l" for="ch" forName="Accent7" refType="w" fact="0.3944"/>
          <dgm:constr type="t" for="ch" forName="Accent7" refType="h" fact="0.1083"/>
          <dgm:constr type="w" for="ch" forName="Accent7" refType="w" fact="0.0542"/>
          <dgm:constr type="h" for="ch" forName="Accent7" refType="h" fact="0.0746"/>
          <dgm:constr type="l" for="ch" forName="Accent5" refType="w" fact="0.3319"/>
          <dgm:constr type="t" for="ch" forName="Accent5" refType="h" fact="0.1059"/>
          <dgm:constr type="w" for="ch" forName="Accent5" refType="w" fact="0.0393"/>
          <dgm:constr type="h" for="ch" forName="Accent5" refType="h" fact="0.054"/>
          <dgm:constr type="l" for="ch" forName="Accent6" refType="w" fact="0.2082"/>
          <dgm:constr type="t" for="ch" forName="Accent6" refType="h" fact="0.4151"/>
          <dgm:constr type="w" for="ch" forName="Accent6" refType="w" fact="0.0393"/>
          <dgm:constr type="h" for="ch" forName="Accent6" refType="h" fact="0.054"/>
          <dgm:constr type="l" for="ch" forName="Child4" refType="w" fact="0.2329"/>
          <dgm:constr type="t" for="ch" forName="Child4" refType="h" fact="0.7275"/>
          <dgm:constr type="w" for="ch" forName="Child4" refType="w" fact="0.1982"/>
          <dgm:constr type="h" for="ch" forName="Child4" refType="h" fact="0.2725"/>
          <dgm:constr type="l" for="ch" forName="Accent13" refType="w" fact="0.4099"/>
          <dgm:constr type="t" for="ch" forName="Accent13" refType="h" fact="0.7183"/>
          <dgm:constr type="w" for="ch" forName="Accent13" refType="w" fact="0.0393"/>
          <dgm:constr type="h" for="ch" forName="Accent13" refType="h" fact="0.054"/>
        </dgm:constrLst>
      </dgm:if>
      <dgm:else name="Name7">
        <dgm:alg type="composite">
          <dgm:param type="ar" val="1.1477"/>
        </dgm:alg>
        <dgm:constrLst>
          <dgm:constr type="primFontSz" for="des" ptType="node" op="equ" val="65"/>
          <dgm:constr type="l" for="ch" forName="Parent" refType="w" fact="0.171"/>
          <dgm:constr type="t" for="ch" forName="Parent" refType="h" fact="0.1907"/>
          <dgm:constr type="w" for="ch" forName="Parent" refType="w" fact="0.4875"/>
          <dgm:constr type="h" for="ch" forName="Parent" refType="h" fact="0.5596"/>
          <dgm:constr type="l" for="ch" forName="Accent8" refType="w" fact="0.0373"/>
          <dgm:constr type="t" for="ch" forName="Accent8" refType="h" fact="0.5858"/>
          <dgm:constr type="w" for="ch" forName="Accent8" refType="w" fact="0.098"/>
          <dgm:constr type="h" for="ch" forName="Accent8" refType="h" fact="0.1125"/>
          <dgm:constr type="l" for="ch" forName="Accent1" refType="w" fact="0.4492"/>
          <dgm:constr type="t" for="ch" forName="Accent1" refType="h" fact="0.1652"/>
          <dgm:constr type="w" for="ch" forName="Accent1" refType="w" fact="0.0542"/>
          <dgm:constr type="h" for="ch" forName="Accent1" refType="h" fact="0.0623"/>
          <dgm:constr type="l" for="ch" forName="Accent2" refType="w" fact="0.3209"/>
          <dgm:constr type="t" for="ch" forName="Accent2" refType="h" fact="0.7087"/>
          <dgm:constr type="w" for="ch" forName="Accent2" refType="w" fact="0.0393"/>
          <dgm:constr type="h" for="ch" forName="Accent2" refType="h" fact="0.0451"/>
          <dgm:constr type="l" for="ch" forName="Accent3" refType="w" fact="0.6899"/>
          <dgm:constr type="t" for="ch" forName="Accent3" refType="h" fact="0.4178"/>
          <dgm:constr type="w" for="ch" forName="Accent3" refType="w" fact="0.0393"/>
          <dgm:constr type="h" for="ch" forName="Accent3" refType="h" fact="0.0451"/>
          <dgm:constr type="l" for="ch" forName="Accent9" refType="w" fact="0.6201"/>
          <dgm:constr type="t" for="ch" forName="Accent9" refType="h" fact="0.3417"/>
          <dgm:constr type="w" for="ch" forName="Accent9" refType="w" fact="0.0542"/>
          <dgm:constr type="h" for="ch" forName="Accent9" refType="h" fact="0.0623"/>
          <dgm:constr type="l" for="ch" forName="Child1" refType="w" fact="0.0186"/>
          <dgm:constr type="t" for="ch" forName="Child1" refType="h" fact="0.2917"/>
          <dgm:constr type="w" for="ch" forName="Child1" refType="w" fact="0.1982"/>
          <dgm:constr type="h" for="ch" forName="Child1" refType="h" fact="0.2275"/>
          <dgm:constr type="l" for="ch" forName="Child2" refType="w" fact="0.7086"/>
          <dgm:constr type="t" for="ch" forName="Child2" refType="h" fact="0.1847"/>
          <dgm:constr type="w" for="ch" forName="Child2" refType="w" fact="0.1982"/>
          <dgm:constr type="h" for="ch" forName="Child2" refType="h" fact="0.2275"/>
          <dgm:constr type="l" for="ch" forName="Child3" refType="w" fact="0.8018"/>
          <dgm:constr type="t" for="ch" forName="Child3" refType="h" fact="0.5778"/>
          <dgm:constr type="w" for="ch" forName="Child3" refType="w" fact="0.1982"/>
          <dgm:constr type="h" for="ch" forName="Child3" refType="h" fact="0.2275"/>
          <dgm:constr type="l" for="ch" forName="Accent12" refType="w" fact="0.7459"/>
          <dgm:constr type="t" for="ch" forName="Accent12" refType="h" fact="0.5699"/>
          <dgm:constr type="w" for="ch" forName="Accent12" refType="w" fact="0.0393"/>
          <dgm:constr type="h" for="ch" forName="Accent12" refType="h" fact="0.0451"/>
          <dgm:constr type="l" for="ch" forName="Accent4" refType="w" fact="0.5021"/>
          <dgm:constr type="t" for="ch" forName="Accent4" refType="h" fact="0.7567"/>
          <dgm:constr type="w" for="ch" forName="Accent4" refType="w" fact="0.0542"/>
          <dgm:constr type="h" for="ch" forName="Accent4" refType="h" fact="0.0623"/>
          <dgm:constr type="l" for="ch" forName="Accent10" refType="w" fact="0"/>
          <dgm:constr type="t" for="ch" forName="Accent10" refType="h" fact="0.7197"/>
          <dgm:constr type="w" for="ch" forName="Accent10" refType="w" fact="0.0393"/>
          <dgm:constr type="h" for="ch" forName="Accent10" refType="h" fact="0.0451"/>
          <dgm:constr type="l" for="ch" forName="Accent11" refType="w" fact="0.3916"/>
          <dgm:constr type="t" for="ch" forName="Accent11" refType="h" fact="0.6555"/>
          <dgm:constr type="w" for="ch" forName="Accent11" refType="w" fact="0.0393"/>
          <dgm:constr type="h" for="ch" forName="Accent11" refType="h" fact="0.0451"/>
          <dgm:constr type="l" for="ch" forName="Accent7" refType="w" fact="0.3944"/>
          <dgm:constr type="t" for="ch" forName="Accent7" refType="h" fact="0.2556"/>
          <dgm:constr type="w" for="ch" forName="Accent7" refType="w" fact="0.0542"/>
          <dgm:constr type="h" for="ch" forName="Accent7" refType="h" fact="0.0623"/>
          <dgm:constr type="l" for="ch" forName="Accent5" refType="w" fact="0.3319"/>
          <dgm:constr type="t" for="ch" forName="Accent5" refType="h" fact="0.2536"/>
          <dgm:constr type="w" for="ch" forName="Accent5" refType="w" fact="0.0393"/>
          <dgm:constr type="h" for="ch" forName="Accent5" refType="h" fact="0.0451"/>
          <dgm:constr type="l" for="ch" forName="Accent6" refType="w" fact="0.2082"/>
          <dgm:constr type="t" for="ch" forName="Accent6" refType="h" fact="0.5117"/>
          <dgm:constr type="w" for="ch" forName="Accent6" refType="w" fact="0.0393"/>
          <dgm:constr type="h" for="ch" forName="Accent6" refType="h" fact="0.0451"/>
          <dgm:constr type="l" for="ch" forName="Child5" refType="w" fact="0.4219"/>
          <dgm:constr type="t" for="ch" forName="Child5" refType="h" fact="0"/>
          <dgm:constr type="w" for="ch" forName="Child5" refType="w" fact="0.1982"/>
          <dgm:constr type="h" for="ch" forName="Child5" refType="h" fact="0.2275"/>
          <dgm:constr type="l" for="ch" forName="Child4" refType="w" fact="0.2329"/>
          <dgm:constr type="t" for="ch" forName="Child4" refType="h" fact="0.7725"/>
          <dgm:constr type="w" for="ch" forName="Child4" refType="w" fact="0.1982"/>
          <dgm:constr type="h" for="ch" forName="Child4" refType="h" fact="0.2275"/>
          <dgm:constr type="l" for="ch" forName="Accent15" refType="w" fact="0.1775"/>
          <dgm:constr type="t" for="ch" forName="Accent15" refType="h" fact="0.2466"/>
          <dgm:constr type="w" for="ch" forName="Accent15" refType="w" fact="0.0393"/>
          <dgm:constr type="h" for="ch" forName="Accent15" refType="h" fact="0.0451"/>
          <dgm:constr type="l" for="ch" forName="Accent16" refType="w" fact="0.6351"/>
          <dgm:constr type="t" for="ch" forName="Accent16" refType="h" fact="0.056"/>
          <dgm:constr type="w" for="ch" forName="Accent16" refType="w" fact="0.0393"/>
          <dgm:constr type="h" for="ch" forName="Accent16" refType="h" fact="0.0451"/>
          <dgm:constr type="l" for="ch" forName="Accent13" refType="w" fact="0.4099"/>
          <dgm:constr type="t" for="ch" forName="Accent13" refType="h" fact="0.7648"/>
          <dgm:constr type="w" for="ch" forName="Accent13" refType="w" fact="0.0393"/>
          <dgm:constr type="h" for="ch" forName="Accent13" refType="h" fact="0.0451"/>
        </dgm:constrLst>
      </dgm:else>
    </dgm:choose>
    <dgm:forEach name="wrapper" axis="self" ptType="parTrans">
      <dgm:forEach name="accentRepeat1" axis="self">
        <dgm:layoutNode name="AccentHold1" styleLbl="node1">
          <dgm:alg type="sp"/>
          <dgm:shape xmlns:r="http://schemas.openxmlformats.org/officeDocument/2006/relationships" type="ellipse" r:blip="">
            <dgm:adjLst/>
          </dgm:shape>
          <dgm:presOf/>
        </dgm:layoutNode>
      </dgm:forEach>
      <dgm:forEach name="accentRepeat2" axis="self">
        <dgm:layoutNode name="AccentHold2" styleLbl="node1">
          <dgm:alg type="sp"/>
          <dgm:shape xmlns:r="http://schemas.openxmlformats.org/officeDocument/2006/relationships" type="ellipse" r:blip="">
            <dgm:adjLst/>
          </dgm:shape>
          <dgm:presOf/>
        </dgm:layoutNode>
      </dgm:forEach>
      <dgm:forEach name="accentRepeat3" axis="self">
        <dgm:layoutNode name="AccentHold3" styleLbl="node1">
          <dgm:alg type="sp"/>
          <dgm:shape xmlns:r="http://schemas.openxmlformats.org/officeDocument/2006/relationships" type="ellipse" r:blip="">
            <dgm:adjLst/>
          </dgm:shape>
          <dgm:presOf/>
        </dgm:layoutNode>
      </dgm:forEach>
    </dgm:forEach>
    <dgm:forEach name="Name8" axis="ch" ptType="node" cnt="1">
      <dgm:layoutNode name="Parent" styleLbl="node0">
        <dgm:varLst>
          <dgm:chMax val="5"/>
          <dgm:chPref val="5"/>
        </dgm:varLst>
        <dgm:alg type="tx"/>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ch" ptType="node" func="cnt" op="lte" val="4">
          <dgm:layoutNode name="Accent1" styleLbl="node1">
            <dgm:alg type="sp"/>
            <dgm:shape xmlns:r="http://schemas.openxmlformats.org/officeDocument/2006/relationships" type="ellipse" r:blip="">
              <dgm:adjLst/>
            </dgm:shape>
            <dgm:presOf/>
            <dgm:constrLst/>
          </dgm:layoutNode>
        </dgm:if>
        <dgm:else name="Name11"/>
      </dgm:choose>
      <dgm:layoutNode name="Accent2" styleLbl="node1">
        <dgm:alg type="sp"/>
        <dgm:shape xmlns:r="http://schemas.openxmlformats.org/officeDocument/2006/relationships" type="ellipse" r:blip="">
          <dgm:adjLst/>
        </dgm:shape>
        <dgm:presOf/>
        <dgm:constrLst/>
      </dgm:layoutNode>
      <dgm:layoutNode name="Accent3" styleLbl="node1">
        <dgm:alg type="sp"/>
        <dgm:shape xmlns:r="http://schemas.openxmlformats.org/officeDocument/2006/relationships" type="ellipse" r:blip="">
          <dgm:adjLst/>
        </dgm:shape>
        <dgm:presOf/>
        <dgm:constrLst/>
      </dgm:layoutNode>
      <dgm:layoutNode name="Accent4" styleLbl="node1">
        <dgm:alg type="sp"/>
        <dgm:shape xmlns:r="http://schemas.openxmlformats.org/officeDocument/2006/relationships" type="ellipse" r:blip="">
          <dgm:adjLst/>
        </dgm:shape>
        <dgm:presOf/>
        <dgm:constrLst/>
      </dgm:layoutNode>
      <dgm:layoutNode name="Accent5" styleLbl="node1">
        <dgm:alg type="sp"/>
        <dgm:shape xmlns:r="http://schemas.openxmlformats.org/officeDocument/2006/relationships" type="ellipse" r:blip="">
          <dgm:adjLst/>
        </dgm:shape>
        <dgm:presOf/>
        <dgm:constrLst/>
      </dgm:layoutNode>
      <dgm:layoutNode name="Accent6" styleLbl="node1">
        <dgm:alg type="sp"/>
        <dgm:shape xmlns:r="http://schemas.openxmlformats.org/officeDocument/2006/relationships" type="ellipse" r:blip="">
          <dgm:adjLst/>
        </dgm:shape>
        <dgm:presOf/>
        <dgm:constrLst/>
      </dgm:layoutNode>
    </dgm:forEach>
    <dgm:forEach name="Name12" axis="ch ch" ptType="node node" st="1 1" cnt="1 1">
      <dgm:layoutNode name="Child1"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7">
        <dgm:alg type="sp"/>
        <dgm:shape xmlns:r="http://schemas.openxmlformats.org/officeDocument/2006/relationships" r:blip="">
          <dgm:adjLst/>
        </dgm:shape>
        <dgm:presOf/>
        <dgm:constrLst/>
        <dgm:forEach name="Name13" ref="accentRepeat1"/>
      </dgm:layoutNode>
      <dgm:layoutNode name="Accent8">
        <dgm:alg type="sp"/>
        <dgm:shape xmlns:r="http://schemas.openxmlformats.org/officeDocument/2006/relationships" r:blip="">
          <dgm:adjLst/>
        </dgm:shape>
        <dgm:presOf/>
        <dgm:constrLst/>
        <dgm:forEach name="Name14" ref="accentRepeat2"/>
      </dgm:layoutNode>
    </dgm:forEach>
    <dgm:forEach name="Name15" axis="ch ch" ptType="node node" st="1 2" cnt="1 1">
      <dgm:layoutNode name="Child2"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9">
        <dgm:alg type="sp"/>
        <dgm:shape xmlns:r="http://schemas.openxmlformats.org/officeDocument/2006/relationships" r:blip="">
          <dgm:adjLst/>
        </dgm:shape>
        <dgm:presOf/>
        <dgm:constrLst/>
        <dgm:forEach name="Name16" ref="accentRepeat1"/>
      </dgm:layoutNode>
      <dgm:layoutNode name="Accent10">
        <dgm:alg type="sp"/>
        <dgm:shape xmlns:r="http://schemas.openxmlformats.org/officeDocument/2006/relationships" r:blip="">
          <dgm:adjLst/>
        </dgm:shape>
        <dgm:presOf/>
        <dgm:constrLst/>
        <dgm:forEach name="Name17" ref="accentRepeat2"/>
      </dgm:layoutNode>
      <dgm:layoutNode name="Accent11">
        <dgm:alg type="sp"/>
        <dgm:shape xmlns:r="http://schemas.openxmlformats.org/officeDocument/2006/relationships" r:blip="">
          <dgm:adjLst/>
        </dgm:shape>
        <dgm:presOf/>
        <dgm:constrLst/>
        <dgm:forEach name="Name18" ref="accentRepeat3"/>
      </dgm:layoutNode>
    </dgm:forEach>
    <dgm:forEach name="Name19" axis="ch ch" ptType="node node" st="1 3" cnt="1 1">
      <dgm:layoutNode name="Child3"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2">
        <dgm:alg type="sp"/>
        <dgm:shape xmlns:r="http://schemas.openxmlformats.org/officeDocument/2006/relationships" r:blip="">
          <dgm:adjLst/>
        </dgm:shape>
        <dgm:presOf/>
        <dgm:constrLst/>
        <dgm:forEach name="Name20" ref="accentRepeat1"/>
      </dgm:layoutNode>
    </dgm:forEach>
    <dgm:forEach name="Name21" axis="ch ch" ptType="node node" st="1 4" cnt="1 1">
      <dgm:layoutNode name="Child4"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3">
        <dgm:alg type="sp"/>
        <dgm:shape xmlns:r="http://schemas.openxmlformats.org/officeDocument/2006/relationships" r:blip="">
          <dgm:adjLst/>
        </dgm:shape>
        <dgm:presOf/>
        <dgm:constrLst/>
        <dgm:forEach name="Name22" ref="accentRepeat1"/>
      </dgm:layoutNode>
    </dgm:forEach>
    <dgm:forEach name="Name23" axis="ch ch" ptType="node node" st="1 5" cnt="1 1">
      <dgm:layoutNode name="Child5"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5">
        <dgm:alg type="sp"/>
        <dgm:shape xmlns:r="http://schemas.openxmlformats.org/officeDocument/2006/relationships" r:blip="">
          <dgm:adjLst/>
        </dgm:shape>
        <dgm:presOf/>
        <dgm:constrLst/>
        <dgm:forEach name="Name24" ref="accentRepeat2"/>
      </dgm:layoutNode>
      <dgm:layoutNode name="Accent16">
        <dgm:alg type="sp"/>
        <dgm:shape xmlns:r="http://schemas.openxmlformats.org/officeDocument/2006/relationships" r:blip="">
          <dgm:adjLst/>
        </dgm:shape>
        <dgm:presOf/>
        <dgm:constrLst/>
        <dgm:forEach name="Name25" ref="accentRepeat3"/>
      </dgm:layoutNode>
    </dgm:forEach>
  </dgm:layoutNode>
</dgm:layoutDef>
</file>

<file path=ppt/diagrams/layout7.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8.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2" Type="http://schemas.openxmlformats.org/officeDocument/2006/relationships/tags" Target="../tags/tag27.xml"/><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C419130-D49B-276C-515C-8F8DDB6A3B0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ADDCAF9-D446-72C1-D969-C285AF24286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29A1BB3-BEA2-4CBE-8B7C-F8D8CA216B4C}" type="datetimeFigureOut">
              <a:rPr lang="en-US" smtClean="0"/>
              <a:t>7/6/2026</a:t>
            </a:fld>
            <a:endParaRPr lang="en-US"/>
          </a:p>
        </p:txBody>
      </p:sp>
      <p:sp>
        <p:nvSpPr>
          <p:cNvPr id="4" name="Footer Placeholder 3">
            <a:extLst>
              <a:ext uri="{FF2B5EF4-FFF2-40B4-BE49-F238E27FC236}">
                <a16:creationId xmlns:a16="http://schemas.microsoft.com/office/drawing/2014/main" id="{BA37CF0B-BEC2-7256-F224-16ECCD37D6F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6" name="Slide Number Placeholder 5">
            <a:extLst>
              <a:ext uri="{FF2B5EF4-FFF2-40B4-BE49-F238E27FC236}">
                <a16:creationId xmlns:a16="http://schemas.microsoft.com/office/drawing/2014/main" id="{95F1C2C0-9C9A-A053-E695-E2087BE1523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E44D60-0E25-4C34-BAF9-237DCF88D412}" type="slidenum">
              <a:rPr lang="en-MY" smtClean="0"/>
              <a:t>‹#›</a:t>
            </a:fld>
            <a:endParaRPr lang="en-MY"/>
          </a:p>
        </p:txBody>
      </p:sp>
    </p:spTree>
    <p:custDataLst>
      <p:tags r:id="rId2"/>
    </p:custDataLst>
    <p:extLst>
      <p:ext uri="{BB962C8B-B14F-4D97-AF65-F5344CB8AC3E}">
        <p14:creationId xmlns:p14="http://schemas.microsoft.com/office/powerpoint/2010/main" val="1880949910"/>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94BFD8-07F6-4E59-A681-443EBC481AA7}" type="datetimeFigureOut">
              <a:rPr lang="en-US" smtClean="0"/>
              <a:t>7/6/2026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2507EC-8B35-4C31-A3CA-A419524F6458}" type="slidenum">
              <a:rPr lang="en-US" smtClean="0"/>
              <a:t>‹#›</a:t>
            </a:fld>
            <a:endParaRPr lang="en-US"/>
          </a:p>
        </p:txBody>
      </p:sp>
    </p:spTree>
    <p:extLst>
      <p:ext uri="{BB962C8B-B14F-4D97-AF65-F5344CB8AC3E}">
        <p14:creationId xmlns:p14="http://schemas.microsoft.com/office/powerpoint/2010/main" val="2297738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3.jp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Master" Target="../slideMasters/slideMaster1.xml"/><Relationship Id="rId1" Type="http://schemas.openxmlformats.org/officeDocument/2006/relationships/tags" Target="../tags/tag14.xml"/><Relationship Id="rId5" Type="http://schemas.openxmlformats.org/officeDocument/2006/relationships/image" Target="../media/image14.png"/><Relationship Id="rId4" Type="http://schemas.openxmlformats.org/officeDocument/2006/relationships/image" Target="../media/image1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Master" Target="../slideMasters/slideMaster1.xml"/><Relationship Id="rId1" Type="http://schemas.openxmlformats.org/officeDocument/2006/relationships/tags" Target="../tags/tag15.xml"/><Relationship Id="rId5" Type="http://schemas.openxmlformats.org/officeDocument/2006/relationships/image" Target="../media/image14.png"/><Relationship Id="rId4" Type="http://schemas.openxmlformats.org/officeDocument/2006/relationships/image" Target="../media/image13.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Master" Target="../slideMasters/slideMaster1.xml"/><Relationship Id="rId1" Type="http://schemas.openxmlformats.org/officeDocument/2006/relationships/tags" Target="../tags/tag18.xml"/><Relationship Id="rId5" Type="http://schemas.openxmlformats.org/officeDocument/2006/relationships/image" Target="../media/image14.png"/><Relationship Id="rId4" Type="http://schemas.openxmlformats.org/officeDocument/2006/relationships/image" Target="../media/image13.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Master" Target="../slideMasters/slideMaster1.xml"/><Relationship Id="rId1" Type="http://schemas.openxmlformats.org/officeDocument/2006/relationships/tags" Target="../tags/tag19.xml"/><Relationship Id="rId5" Type="http://schemas.openxmlformats.org/officeDocument/2006/relationships/image" Target="../media/image14.png"/><Relationship Id="rId4" Type="http://schemas.openxmlformats.org/officeDocument/2006/relationships/image" Target="../media/image13.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20.xml"/><Relationship Id="rId4" Type="http://schemas.openxmlformats.org/officeDocument/2006/relationships/image" Target="../media/image14.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Master" Target="../slideMasters/slideMaster1.xml"/><Relationship Id="rId1" Type="http://schemas.openxmlformats.org/officeDocument/2006/relationships/tags" Target="../tags/tag23.xml"/><Relationship Id="rId5" Type="http://schemas.openxmlformats.org/officeDocument/2006/relationships/image" Target="../media/image14.png"/><Relationship Id="rId4" Type="http://schemas.openxmlformats.org/officeDocument/2006/relationships/image" Target="../media/image1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Master" Target="../slideMasters/slideMaster1.xml"/><Relationship Id="rId1" Type="http://schemas.openxmlformats.org/officeDocument/2006/relationships/tags" Target="../tags/tag24.xml"/><Relationship Id="rId5" Type="http://schemas.openxmlformats.org/officeDocument/2006/relationships/image" Target="../media/image14.png"/><Relationship Id="rId4" Type="http://schemas.openxmlformats.org/officeDocument/2006/relationships/image" Target="../media/image1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Master" Target="../slideMasters/slideMaster1.xml"/><Relationship Id="rId1" Type="http://schemas.openxmlformats.org/officeDocument/2006/relationships/tags" Target="../tags/tag25.xml"/><Relationship Id="rId5" Type="http://schemas.openxmlformats.org/officeDocument/2006/relationships/image" Target="../media/image14.png"/><Relationship Id="rId4" Type="http://schemas.openxmlformats.org/officeDocument/2006/relationships/image" Target="../media/image13.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slideMaster" Target="../slideMasters/slideMaster1.xml"/><Relationship Id="rId1" Type="http://schemas.openxmlformats.org/officeDocument/2006/relationships/tags" Target="../tags/tag2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Option A">
    <p:spTree>
      <p:nvGrpSpPr>
        <p:cNvPr id="1" name=""/>
        <p:cNvGrpSpPr/>
        <p:nvPr/>
      </p:nvGrpSpPr>
      <p:grpSpPr>
        <a:xfrm>
          <a:off x="0" y="0"/>
          <a:ext cx="0" cy="0"/>
          <a:chOff x="0" y="0"/>
          <a:chExt cx="0" cy="0"/>
        </a:xfrm>
      </p:grpSpPr>
      <p:pic>
        <p:nvPicPr>
          <p:cNvPr id="8" name="Picture 7" descr="A red and yellow logo&#10;&#10;Description automatically generated">
            <a:extLst>
              <a:ext uri="{FF2B5EF4-FFF2-40B4-BE49-F238E27FC236}">
                <a16:creationId xmlns:a16="http://schemas.microsoft.com/office/drawing/2014/main" id="{1EFBCA0D-D8A4-E055-90A1-3598A30D7993}"/>
              </a:ext>
            </a:extLst>
          </p:cNvPr>
          <p:cNvPicPr>
            <a:picLocks noChangeAspect="1"/>
          </p:cNvPicPr>
          <p:nvPr userDrawn="1"/>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070C2D3A-77BB-A8FE-2470-0E0C7BBB2565}"/>
              </a:ext>
            </a:extLst>
          </p:cNvPr>
          <p:cNvSpPr>
            <a:spLocks noGrp="1"/>
          </p:cNvSpPr>
          <p:nvPr>
            <p:ph type="ctrTitle"/>
          </p:nvPr>
        </p:nvSpPr>
        <p:spPr>
          <a:xfrm>
            <a:off x="253796" y="1819072"/>
            <a:ext cx="6537326" cy="1539883"/>
          </a:xfrm>
        </p:spPr>
        <p:txBody>
          <a:bodyPr lIns="0" tIns="0" rIns="0" bIns="0" anchor="t">
            <a:normAutofit/>
          </a:bodyPr>
          <a:lstStyle>
            <a:lvl1pPr algn="l">
              <a:defRPr sz="5000" b="1"/>
            </a:lvl1pPr>
          </a:lstStyle>
          <a:p>
            <a:r>
              <a:rPr lang="en-US" dirty="0"/>
              <a:t>Click to edit Master title style</a:t>
            </a:r>
          </a:p>
        </p:txBody>
      </p:sp>
      <p:sp>
        <p:nvSpPr>
          <p:cNvPr id="3" name="Subtitle 2">
            <a:extLst>
              <a:ext uri="{FF2B5EF4-FFF2-40B4-BE49-F238E27FC236}">
                <a16:creationId xmlns:a16="http://schemas.microsoft.com/office/drawing/2014/main" id="{E3223444-1C6B-FE12-2E62-3746CED4F4BC}"/>
              </a:ext>
            </a:extLst>
          </p:cNvPr>
          <p:cNvSpPr>
            <a:spLocks noGrp="1"/>
          </p:cNvSpPr>
          <p:nvPr>
            <p:ph type="subTitle" idx="1" hasCustomPrompt="1"/>
          </p:nvPr>
        </p:nvSpPr>
        <p:spPr>
          <a:xfrm>
            <a:off x="253796" y="3499046"/>
            <a:ext cx="7286307" cy="1376464"/>
          </a:xfrm>
        </p:spPr>
        <p:txBody>
          <a:bodyPr lIns="0" tIns="0" rIns="0" bIns="0"/>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the Master subtitle style</a:t>
            </a:r>
          </a:p>
        </p:txBody>
      </p:sp>
    </p:spTree>
    <p:custDataLst>
      <p:tags r:id="rId1"/>
    </p:custDataLst>
    <p:extLst>
      <p:ext uri="{BB962C8B-B14F-4D97-AF65-F5344CB8AC3E}">
        <p14:creationId xmlns:p14="http://schemas.microsoft.com/office/powerpoint/2010/main" val="3090612375"/>
      </p:ext>
    </p:extLst>
  </p:cSld>
  <p:clrMapOvr>
    <a:masterClrMapping/>
  </p:clrMapOvr>
  <p:extLst>
    <p:ext uri="{DCECCB84-F9BA-43D5-87BE-67443E8EF086}">
      <p15:sldGuideLst xmlns:p15="http://schemas.microsoft.com/office/powerpoint/2012/main">
        <p15:guide id="1" orient="horz" pos="890" userDrawn="1">
          <p15:clr>
            <a:srgbClr val="FBAE40"/>
          </p15:clr>
        </p15:guide>
        <p15:guide id="2" pos="633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2_Title Slide">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7" name="Picture 6" descr="A red and yellow logo&#10;&#10;Description automatically generated">
            <a:extLst>
              <a:ext uri="{FF2B5EF4-FFF2-40B4-BE49-F238E27FC236}">
                <a16:creationId xmlns:a16="http://schemas.microsoft.com/office/drawing/2014/main" id="{BE697E03-760E-D40C-CB77-1C2A2FD7D9BC}"/>
              </a:ext>
            </a:extLst>
          </p:cNvPr>
          <p:cNvPicPr>
            <a:picLocks noChangeAspect="1"/>
          </p:cNvPicPr>
          <p:nvPr userDrawn="1"/>
        </p:nvPicPr>
        <p:blipFill>
          <a:blip r:embed="rId4"/>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070C2D3A-77BB-A8FE-2470-0E0C7BBB2565}"/>
              </a:ext>
            </a:extLst>
          </p:cNvPr>
          <p:cNvSpPr>
            <a:spLocks noGrp="1"/>
          </p:cNvSpPr>
          <p:nvPr>
            <p:ph type="ctrTitle"/>
          </p:nvPr>
        </p:nvSpPr>
        <p:spPr>
          <a:xfrm>
            <a:off x="227013" y="886927"/>
            <a:ext cx="7993380" cy="2387600"/>
          </a:xfrm>
        </p:spPr>
        <p:txBody>
          <a:bodyPr lIns="0" tIns="0" rIns="0" bIns="0" anchor="b">
            <a:normAutofit/>
          </a:bodyPr>
          <a:lstStyle>
            <a:lvl1pPr algn="l">
              <a:defRPr sz="4800" b="1"/>
            </a:lvl1pPr>
          </a:lstStyle>
          <a:p>
            <a:r>
              <a:rPr lang="en-US" dirty="0"/>
              <a:t>Click to edit Master title style</a:t>
            </a:r>
          </a:p>
        </p:txBody>
      </p:sp>
      <p:sp>
        <p:nvSpPr>
          <p:cNvPr id="3" name="Subtitle 2">
            <a:extLst>
              <a:ext uri="{FF2B5EF4-FFF2-40B4-BE49-F238E27FC236}">
                <a16:creationId xmlns:a16="http://schemas.microsoft.com/office/drawing/2014/main" id="{E3223444-1C6B-FE12-2E62-3746CED4F4BC}"/>
              </a:ext>
            </a:extLst>
          </p:cNvPr>
          <p:cNvSpPr>
            <a:spLocks noGrp="1"/>
          </p:cNvSpPr>
          <p:nvPr>
            <p:ph type="subTitle" idx="1"/>
          </p:nvPr>
        </p:nvSpPr>
        <p:spPr>
          <a:xfrm>
            <a:off x="227013" y="3429000"/>
            <a:ext cx="7322820" cy="1655762"/>
          </a:xfrm>
        </p:spPr>
        <p:txBody>
          <a:bodyPr lIns="0" tIns="0" rIns="0" bIns="0"/>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custDataLst>
      <p:tags r:id="rId1"/>
    </p:custDataLst>
    <p:extLst>
      <p:ext uri="{BB962C8B-B14F-4D97-AF65-F5344CB8AC3E}">
        <p14:creationId xmlns:p14="http://schemas.microsoft.com/office/powerpoint/2010/main" val="275458053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6336" userDrawn="1">
          <p15:clr>
            <a:srgbClr val="FBAE40"/>
          </p15:clr>
        </p15:guide>
        <p15:guide id="3" pos="144" userDrawn="1">
          <p15:clr>
            <a:srgbClr val="FBAE40"/>
          </p15:clr>
        </p15:guide>
        <p15:guide id="4" pos="143"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bg>
      <p:bgPr>
        <a:solidFill>
          <a:schemeClr val="bg1"/>
        </a:solidFill>
        <a:effectLst/>
      </p:bgPr>
    </p:bg>
    <p:spTree>
      <p:nvGrpSpPr>
        <p:cNvPr id="1" name=""/>
        <p:cNvGrpSpPr/>
        <p:nvPr/>
      </p:nvGrpSpPr>
      <p:grpSpPr>
        <a:xfrm>
          <a:off x="0" y="0"/>
          <a:ext cx="0" cy="0"/>
          <a:chOff x="0" y="0"/>
          <a:chExt cx="0" cy="0"/>
        </a:xfrm>
      </p:grpSpPr>
      <p:pic>
        <p:nvPicPr>
          <p:cNvPr id="8" name="Picture 7" descr="A red and yellow logo&#10;&#10;Description automatically generated">
            <a:extLst>
              <a:ext uri="{FF2B5EF4-FFF2-40B4-BE49-F238E27FC236}">
                <a16:creationId xmlns:a16="http://schemas.microsoft.com/office/drawing/2014/main" id="{3140413B-3513-A7AF-C7BF-18C5EA1F65E8}"/>
              </a:ext>
            </a:extLst>
          </p:cNvPr>
          <p:cNvPicPr>
            <a:picLocks noChangeAspect="1"/>
          </p:cNvPicPr>
          <p:nvPr userDrawn="1"/>
        </p:nvPicPr>
        <p:blipFill>
          <a:blip r:embed="rId3"/>
          <a:stretch>
            <a:fillRect/>
          </a:stretch>
        </p:blipFill>
        <p:spPr>
          <a:xfrm>
            <a:off x="0" y="0"/>
            <a:ext cx="12192000" cy="6858000"/>
          </a:xfrm>
          <a:prstGeom prst="rect">
            <a:avLst/>
          </a:prstGeom>
        </p:spPr>
      </p:pic>
      <p:sp>
        <p:nvSpPr>
          <p:cNvPr id="9" name="Title 1">
            <a:extLst>
              <a:ext uri="{FF2B5EF4-FFF2-40B4-BE49-F238E27FC236}">
                <a16:creationId xmlns:a16="http://schemas.microsoft.com/office/drawing/2014/main" id="{C846800D-A5AF-AFC8-E0A3-FC09081058B3}"/>
              </a:ext>
            </a:extLst>
          </p:cNvPr>
          <p:cNvSpPr>
            <a:spLocks noGrp="1"/>
          </p:cNvSpPr>
          <p:nvPr>
            <p:ph type="ctrTitle"/>
          </p:nvPr>
        </p:nvSpPr>
        <p:spPr>
          <a:xfrm>
            <a:off x="228600" y="1073141"/>
            <a:ext cx="7952740" cy="1811337"/>
          </a:xfrm>
        </p:spPr>
        <p:txBody>
          <a:bodyPr lIns="0" tIns="0" rIns="0" bIns="0" anchor="b">
            <a:normAutofit/>
          </a:bodyPr>
          <a:lstStyle>
            <a:lvl1pPr algn="l">
              <a:defRPr sz="4800" b="1"/>
            </a:lvl1pPr>
          </a:lstStyle>
          <a:p>
            <a:r>
              <a:rPr lang="en-US"/>
              <a:t>Click to edit Master title style</a:t>
            </a:r>
          </a:p>
        </p:txBody>
      </p:sp>
      <p:sp>
        <p:nvSpPr>
          <p:cNvPr id="10" name="Subtitle 2">
            <a:extLst>
              <a:ext uri="{FF2B5EF4-FFF2-40B4-BE49-F238E27FC236}">
                <a16:creationId xmlns:a16="http://schemas.microsoft.com/office/drawing/2014/main" id="{AF41EEF4-9F72-421D-879E-DFF2EDB525F2}"/>
              </a:ext>
            </a:extLst>
          </p:cNvPr>
          <p:cNvSpPr>
            <a:spLocks noGrp="1"/>
          </p:cNvSpPr>
          <p:nvPr>
            <p:ph type="subTitle" idx="1"/>
          </p:nvPr>
        </p:nvSpPr>
        <p:spPr>
          <a:xfrm>
            <a:off x="228600" y="3082825"/>
            <a:ext cx="7952740" cy="1655762"/>
          </a:xfrm>
        </p:spPr>
        <p:txBody>
          <a:bodyPr lIns="0" tIns="0" rIns="0" bIns="0" anchor="t"/>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custDataLst>
      <p:tags r:id="rId1"/>
    </p:custDataLst>
    <p:extLst>
      <p:ext uri="{BB962C8B-B14F-4D97-AF65-F5344CB8AC3E}">
        <p14:creationId xmlns:p14="http://schemas.microsoft.com/office/powerpoint/2010/main" val="26449525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1_Section Header">
    <p:bg>
      <p:bgPr>
        <a:solidFill>
          <a:schemeClr val="bg1">
            <a:lumMod val="95000"/>
          </a:schemeClr>
        </a:solidFill>
        <a:effectLst/>
      </p:bgPr>
    </p:bg>
    <p:spTree>
      <p:nvGrpSpPr>
        <p:cNvPr id="1" name=""/>
        <p:cNvGrpSpPr/>
        <p:nvPr/>
      </p:nvGrpSpPr>
      <p:grpSpPr>
        <a:xfrm>
          <a:off x="0" y="0"/>
          <a:ext cx="0" cy="0"/>
          <a:chOff x="0" y="0"/>
          <a:chExt cx="0" cy="0"/>
        </a:xfrm>
      </p:grpSpPr>
      <p:pic>
        <p:nvPicPr>
          <p:cNvPr id="8" name="Picture 7" descr="A red circle with a yellow crown and a red circle with a white circle&#10;&#10;Description automatically generated">
            <a:extLst>
              <a:ext uri="{FF2B5EF4-FFF2-40B4-BE49-F238E27FC236}">
                <a16:creationId xmlns:a16="http://schemas.microsoft.com/office/drawing/2014/main" id="{FFB76E2E-EEE7-0140-C57D-76A23F5EF20F}"/>
              </a:ext>
            </a:extLst>
          </p:cNvPr>
          <p:cNvPicPr>
            <a:picLocks noChangeAspect="1"/>
          </p:cNvPicPr>
          <p:nvPr userDrawn="1"/>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83E6B16-D7EB-89A7-3822-137C70A18252}"/>
              </a:ext>
            </a:extLst>
          </p:cNvPr>
          <p:cNvSpPr>
            <a:spLocks noGrp="1"/>
          </p:cNvSpPr>
          <p:nvPr>
            <p:ph type="title"/>
          </p:nvPr>
        </p:nvSpPr>
        <p:spPr>
          <a:xfrm>
            <a:off x="265430" y="385558"/>
            <a:ext cx="7120890" cy="2852737"/>
          </a:xfrm>
        </p:spPr>
        <p:txBody>
          <a:bodyPr anchor="b"/>
          <a:lstStyle>
            <a:lvl1pPr algn="l">
              <a:defRPr sz="6000"/>
            </a:lvl1pPr>
          </a:lstStyle>
          <a:p>
            <a:r>
              <a:rPr lang="en-US"/>
              <a:t>Click to edit Master title style</a:t>
            </a:r>
          </a:p>
        </p:txBody>
      </p:sp>
      <p:sp>
        <p:nvSpPr>
          <p:cNvPr id="3" name="Text Placeholder 2">
            <a:extLst>
              <a:ext uri="{FF2B5EF4-FFF2-40B4-BE49-F238E27FC236}">
                <a16:creationId xmlns:a16="http://schemas.microsoft.com/office/drawing/2014/main" id="{2949DDB6-526E-4B8B-8BB8-A505DB529316}"/>
              </a:ext>
            </a:extLst>
          </p:cNvPr>
          <p:cNvSpPr>
            <a:spLocks noGrp="1"/>
          </p:cNvSpPr>
          <p:nvPr>
            <p:ph type="body" idx="1"/>
          </p:nvPr>
        </p:nvSpPr>
        <p:spPr>
          <a:xfrm>
            <a:off x="265430" y="3467010"/>
            <a:ext cx="7120890" cy="1238250"/>
          </a:xfrm>
        </p:spPr>
        <p:txBody>
          <a:bodyPr/>
          <a:lstStyle>
            <a:lvl1pPr marL="0" indent="0" algn="l">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Tree>
    <p:custDataLst>
      <p:tags r:id="rId1"/>
    </p:custDataLst>
    <p:extLst>
      <p:ext uri="{BB962C8B-B14F-4D97-AF65-F5344CB8AC3E}">
        <p14:creationId xmlns:p14="http://schemas.microsoft.com/office/powerpoint/2010/main" val="8230582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Section Header">
    <p:bg>
      <p:bgPr>
        <a:solidFill>
          <a:schemeClr val="bg1">
            <a:lumMod val="95000"/>
          </a:schemeClr>
        </a:solidFill>
        <a:effectLst/>
      </p:bgPr>
    </p:bg>
    <p:spTree>
      <p:nvGrpSpPr>
        <p:cNvPr id="1" name=""/>
        <p:cNvGrpSpPr/>
        <p:nvPr/>
      </p:nvGrpSpPr>
      <p:grpSpPr>
        <a:xfrm>
          <a:off x="0" y="0"/>
          <a:ext cx="0" cy="0"/>
          <a:chOff x="0" y="0"/>
          <a:chExt cx="0" cy="0"/>
        </a:xfrm>
      </p:grpSpPr>
      <p:pic>
        <p:nvPicPr>
          <p:cNvPr id="8" name="Picture 7" descr="A red and yellow flag&#10;&#10;Description automatically generated">
            <a:extLst>
              <a:ext uri="{FF2B5EF4-FFF2-40B4-BE49-F238E27FC236}">
                <a16:creationId xmlns:a16="http://schemas.microsoft.com/office/drawing/2014/main" id="{408025C8-F226-A738-53CA-9A451BBBBC55}"/>
              </a:ext>
            </a:extLst>
          </p:cNvPr>
          <p:cNvPicPr>
            <a:picLocks noChangeAspect="1"/>
          </p:cNvPicPr>
          <p:nvPr userDrawn="1"/>
        </p:nvPicPr>
        <p:blipFill>
          <a:blip r:embed="rId3"/>
          <a:stretch>
            <a:fillRect/>
          </a:stretch>
        </p:blipFill>
        <p:spPr>
          <a:xfrm>
            <a:off x="0" y="0"/>
            <a:ext cx="12192000" cy="6858000"/>
          </a:xfrm>
          <a:prstGeom prst="rect">
            <a:avLst/>
          </a:prstGeom>
        </p:spPr>
      </p:pic>
      <p:sp>
        <p:nvSpPr>
          <p:cNvPr id="16" name="Title 1">
            <a:extLst>
              <a:ext uri="{FF2B5EF4-FFF2-40B4-BE49-F238E27FC236}">
                <a16:creationId xmlns:a16="http://schemas.microsoft.com/office/drawing/2014/main" id="{4B6092B0-DEF5-BC26-097A-F52999F540CB}"/>
              </a:ext>
            </a:extLst>
          </p:cNvPr>
          <p:cNvSpPr>
            <a:spLocks noGrp="1"/>
          </p:cNvSpPr>
          <p:nvPr>
            <p:ph type="ctrTitle"/>
          </p:nvPr>
        </p:nvSpPr>
        <p:spPr>
          <a:xfrm>
            <a:off x="227013" y="886927"/>
            <a:ext cx="7993380" cy="2387600"/>
          </a:xfrm>
        </p:spPr>
        <p:txBody>
          <a:bodyPr lIns="0" tIns="0" rIns="0" bIns="0" anchor="b">
            <a:normAutofit/>
          </a:bodyPr>
          <a:lstStyle>
            <a:lvl1pPr algn="l">
              <a:defRPr sz="4800" b="1"/>
            </a:lvl1pPr>
          </a:lstStyle>
          <a:p>
            <a:r>
              <a:rPr lang="en-US" dirty="0"/>
              <a:t>Click to edit Master title style</a:t>
            </a:r>
          </a:p>
        </p:txBody>
      </p:sp>
      <p:sp>
        <p:nvSpPr>
          <p:cNvPr id="17" name="Subtitle 2">
            <a:extLst>
              <a:ext uri="{FF2B5EF4-FFF2-40B4-BE49-F238E27FC236}">
                <a16:creationId xmlns:a16="http://schemas.microsoft.com/office/drawing/2014/main" id="{8ECC21AF-5D86-7E2C-826D-BA0C3B0D1EBE}"/>
              </a:ext>
            </a:extLst>
          </p:cNvPr>
          <p:cNvSpPr>
            <a:spLocks noGrp="1"/>
          </p:cNvSpPr>
          <p:nvPr>
            <p:ph type="subTitle" idx="1"/>
          </p:nvPr>
        </p:nvSpPr>
        <p:spPr>
          <a:xfrm>
            <a:off x="227013" y="3429000"/>
            <a:ext cx="7322820" cy="1655762"/>
          </a:xfrm>
        </p:spPr>
        <p:txBody>
          <a:bodyPr lIns="0" tIns="0" rIns="0" bIns="0"/>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custDataLst>
      <p:tags r:id="rId1"/>
    </p:custDataLst>
    <p:extLst>
      <p:ext uri="{BB962C8B-B14F-4D97-AF65-F5344CB8AC3E}">
        <p14:creationId xmlns:p14="http://schemas.microsoft.com/office/powerpoint/2010/main" val="36485558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Section Header">
    <p:bg>
      <p:bgPr>
        <a:solidFill>
          <a:schemeClr val="bg1">
            <a:lumMod val="95000"/>
          </a:schemeClr>
        </a:solidFill>
        <a:effectLst/>
      </p:bgPr>
    </p:bg>
    <p:spTree>
      <p:nvGrpSpPr>
        <p:cNvPr id="1" name=""/>
        <p:cNvGrpSpPr/>
        <p:nvPr/>
      </p:nvGrpSpPr>
      <p:grpSpPr>
        <a:xfrm>
          <a:off x="0" y="0"/>
          <a:ext cx="0" cy="0"/>
          <a:chOff x="0" y="0"/>
          <a:chExt cx="0" cy="0"/>
        </a:xfrm>
      </p:grpSpPr>
      <p:pic>
        <p:nvPicPr>
          <p:cNvPr id="8" name="Picture 7" descr="A logo of a company&#10;&#10;Description automatically generated">
            <a:extLst>
              <a:ext uri="{FF2B5EF4-FFF2-40B4-BE49-F238E27FC236}">
                <a16:creationId xmlns:a16="http://schemas.microsoft.com/office/drawing/2014/main" id="{835B7EFE-EB89-845E-1703-F146B9DE3684}"/>
              </a:ext>
            </a:extLst>
          </p:cNvPr>
          <p:cNvPicPr>
            <a:picLocks noChangeAspect="1"/>
          </p:cNvPicPr>
          <p:nvPr userDrawn="1"/>
        </p:nvPicPr>
        <p:blipFill>
          <a:blip r:embed="rId3"/>
          <a:stretch>
            <a:fillRect/>
          </a:stretch>
        </p:blipFill>
        <p:spPr>
          <a:xfrm>
            <a:off x="0" y="0"/>
            <a:ext cx="12192000" cy="6858000"/>
          </a:xfrm>
          <a:prstGeom prst="rect">
            <a:avLst/>
          </a:prstGeom>
        </p:spPr>
      </p:pic>
    </p:spTree>
    <p:custDataLst>
      <p:tags r:id="rId1"/>
    </p:custDataLst>
    <p:extLst>
      <p:ext uri="{BB962C8B-B14F-4D97-AF65-F5344CB8AC3E}">
        <p14:creationId xmlns:p14="http://schemas.microsoft.com/office/powerpoint/2010/main" val="9355714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Section Header">
    <p:bg>
      <p:bgPr>
        <a:solidFill>
          <a:schemeClr val="bg1">
            <a:lumMod val="95000"/>
          </a:schemeClr>
        </a:solidFill>
        <a:effectLst/>
      </p:bgPr>
    </p:bg>
    <p:spTree>
      <p:nvGrpSpPr>
        <p:cNvPr id="1" name=""/>
        <p:cNvGrpSpPr/>
        <p:nvPr/>
      </p:nvGrpSpPr>
      <p:grpSpPr>
        <a:xfrm>
          <a:off x="0" y="0"/>
          <a:ext cx="0" cy="0"/>
          <a:chOff x="0" y="0"/>
          <a:chExt cx="0" cy="0"/>
        </a:xfrm>
      </p:grpSpPr>
      <p:pic>
        <p:nvPicPr>
          <p:cNvPr id="8" name="Picture 7" descr="A red and yellow circle with a white circle&#10;&#10;Description automatically generated">
            <a:extLst>
              <a:ext uri="{FF2B5EF4-FFF2-40B4-BE49-F238E27FC236}">
                <a16:creationId xmlns:a16="http://schemas.microsoft.com/office/drawing/2014/main" id="{EFCF79A2-F3EB-4FE1-EA58-9795AF6AF6ED}"/>
              </a:ext>
            </a:extLst>
          </p:cNvPr>
          <p:cNvPicPr>
            <a:picLocks noChangeAspect="1"/>
          </p:cNvPicPr>
          <p:nvPr userDrawn="1"/>
        </p:nvPicPr>
        <p:blipFill>
          <a:blip r:embed="rId3"/>
          <a:stretch>
            <a:fillRect/>
          </a:stretch>
        </p:blipFill>
        <p:spPr>
          <a:xfrm>
            <a:off x="0" y="0"/>
            <a:ext cx="12192000" cy="6858000"/>
          </a:xfrm>
          <a:prstGeom prst="rect">
            <a:avLst/>
          </a:prstGeom>
        </p:spPr>
      </p:pic>
      <p:sp>
        <p:nvSpPr>
          <p:cNvPr id="2" name="Date Placeholder 1">
            <a:extLst>
              <a:ext uri="{FF2B5EF4-FFF2-40B4-BE49-F238E27FC236}">
                <a16:creationId xmlns:a16="http://schemas.microsoft.com/office/drawing/2014/main" id="{E8C74823-A8E2-BD76-8DE6-983ED5999A3D}"/>
              </a:ext>
            </a:extLst>
          </p:cNvPr>
          <p:cNvSpPr>
            <a:spLocks noGrp="1"/>
          </p:cNvSpPr>
          <p:nvPr>
            <p:ph type="dt" sz="half" idx="10"/>
          </p:nvPr>
        </p:nvSpPr>
        <p:spPr>
          <a:xfrm>
            <a:off x="228600" y="5822950"/>
            <a:ext cx="3352800" cy="365125"/>
          </a:xfrm>
          <a:prstGeom prst="rect">
            <a:avLst/>
          </a:prstGeom>
        </p:spPr>
        <p:txBody>
          <a:bodyPr/>
          <a:lstStyle/>
          <a:p>
            <a:fld id="{53795151-2C4E-4253-B771-A52B1266A932}" type="datetime1">
              <a:rPr lang="en-US" smtClean="0"/>
              <a:t>7/6/2026</a:t>
            </a:fld>
            <a:endParaRPr lang="en-US"/>
          </a:p>
        </p:txBody>
      </p:sp>
      <p:sp>
        <p:nvSpPr>
          <p:cNvPr id="3" name="Footer Placeholder 2">
            <a:extLst>
              <a:ext uri="{FF2B5EF4-FFF2-40B4-BE49-F238E27FC236}">
                <a16:creationId xmlns:a16="http://schemas.microsoft.com/office/drawing/2014/main" id="{8CC45DF6-7FD0-D747-9878-47B55DCF90F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EDB2C10-6A7B-872D-ED68-F1A408DE526D}"/>
              </a:ext>
            </a:extLst>
          </p:cNvPr>
          <p:cNvSpPr>
            <a:spLocks noGrp="1"/>
          </p:cNvSpPr>
          <p:nvPr>
            <p:ph type="sldNum" sz="quarter" idx="12"/>
          </p:nvPr>
        </p:nvSpPr>
        <p:spPr/>
        <p:txBody>
          <a:bodyPr/>
          <a:lstStyle/>
          <a:p>
            <a:fld id="{FF41B0BD-F8EC-4301-BC51-0B1750CE8B9F}" type="slidenum">
              <a:rPr lang="en-US" smtClean="0"/>
              <a:pPr/>
              <a:t>‹#›</a:t>
            </a:fld>
            <a:endParaRPr lang="en-US"/>
          </a:p>
        </p:txBody>
      </p:sp>
      <p:sp>
        <p:nvSpPr>
          <p:cNvPr id="6" name="Title 5">
            <a:extLst>
              <a:ext uri="{FF2B5EF4-FFF2-40B4-BE49-F238E27FC236}">
                <a16:creationId xmlns:a16="http://schemas.microsoft.com/office/drawing/2014/main" id="{C8ACBB21-BD6F-2889-4420-DCF355DE0309}"/>
              </a:ext>
            </a:extLst>
          </p:cNvPr>
          <p:cNvSpPr>
            <a:spLocks noGrp="1"/>
          </p:cNvSpPr>
          <p:nvPr>
            <p:ph type="title"/>
          </p:nvPr>
        </p:nvSpPr>
        <p:spPr/>
        <p:txBody>
          <a:bodyPr/>
          <a:lstStyle/>
          <a:p>
            <a:r>
              <a:rPr lang="en-US"/>
              <a:t>Click to edit Master title style</a:t>
            </a:r>
          </a:p>
        </p:txBody>
      </p:sp>
    </p:spTree>
    <p:custDataLst>
      <p:tags r:id="rId1"/>
    </p:custDataLst>
    <p:extLst>
      <p:ext uri="{BB962C8B-B14F-4D97-AF65-F5344CB8AC3E}">
        <p14:creationId xmlns:p14="http://schemas.microsoft.com/office/powerpoint/2010/main" val="30423239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Section Header">
    <p:bg>
      <p:bgPr>
        <a:solidFill>
          <a:schemeClr val="bg1">
            <a:lumMod val="95000"/>
          </a:schemeClr>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6EA6DB4-6C93-CA00-CE77-0C9D06EF11E9}"/>
              </a:ext>
            </a:extLst>
          </p:cNvPr>
          <p:cNvPicPr>
            <a:picLocks noChangeAspect="1"/>
          </p:cNvPicPr>
          <p:nvPr userDrawn="1"/>
        </p:nvPicPr>
        <p:blipFill>
          <a:blip r:embed="rId3">
            <a:alphaModFix amt="50000"/>
          </a:blip>
          <a:srcRect/>
          <a:stretch/>
        </p:blipFill>
        <p:spPr>
          <a:xfrm>
            <a:off x="0" y="0"/>
            <a:ext cx="12191998" cy="6857998"/>
          </a:xfrm>
          <a:prstGeom prst="rect">
            <a:avLst/>
          </a:prstGeom>
        </p:spPr>
      </p:pic>
      <p:sp>
        <p:nvSpPr>
          <p:cNvPr id="2" name="Date Placeholder 1">
            <a:extLst>
              <a:ext uri="{FF2B5EF4-FFF2-40B4-BE49-F238E27FC236}">
                <a16:creationId xmlns:a16="http://schemas.microsoft.com/office/drawing/2014/main" id="{56DA2847-1FAD-ED70-ED0B-597C098124C0}"/>
              </a:ext>
            </a:extLst>
          </p:cNvPr>
          <p:cNvSpPr>
            <a:spLocks noGrp="1"/>
          </p:cNvSpPr>
          <p:nvPr>
            <p:ph type="dt" sz="half" idx="10"/>
          </p:nvPr>
        </p:nvSpPr>
        <p:spPr>
          <a:xfrm>
            <a:off x="228600" y="5822950"/>
            <a:ext cx="3352800" cy="365125"/>
          </a:xfrm>
          <a:prstGeom prst="rect">
            <a:avLst/>
          </a:prstGeom>
        </p:spPr>
        <p:txBody>
          <a:bodyPr/>
          <a:lstStyle/>
          <a:p>
            <a:fld id="{FB987B43-22CF-4B2D-BC74-58F231625D07}" type="datetime1">
              <a:rPr lang="en-US" smtClean="0"/>
              <a:t>7/6/2026</a:t>
            </a:fld>
            <a:endParaRPr lang="en-US"/>
          </a:p>
        </p:txBody>
      </p:sp>
      <p:sp>
        <p:nvSpPr>
          <p:cNvPr id="3" name="Footer Placeholder 2">
            <a:extLst>
              <a:ext uri="{FF2B5EF4-FFF2-40B4-BE49-F238E27FC236}">
                <a16:creationId xmlns:a16="http://schemas.microsoft.com/office/drawing/2014/main" id="{56B14C05-F9D7-DDE0-FE9A-9765DA8A5C1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EAD1A9E-3639-ECEB-650F-942AD1C1E4B5}"/>
              </a:ext>
            </a:extLst>
          </p:cNvPr>
          <p:cNvSpPr>
            <a:spLocks noGrp="1"/>
          </p:cNvSpPr>
          <p:nvPr>
            <p:ph type="sldNum" sz="quarter" idx="12"/>
          </p:nvPr>
        </p:nvSpPr>
        <p:spPr/>
        <p:txBody>
          <a:bodyPr/>
          <a:lstStyle/>
          <a:p>
            <a:fld id="{FF41B0BD-F8EC-4301-BC51-0B1750CE8B9F}" type="slidenum">
              <a:rPr lang="en-US" smtClean="0"/>
              <a:pPr/>
              <a:t>‹#›</a:t>
            </a:fld>
            <a:endParaRPr lang="en-US"/>
          </a:p>
        </p:txBody>
      </p:sp>
      <p:sp>
        <p:nvSpPr>
          <p:cNvPr id="6" name="Title 5">
            <a:extLst>
              <a:ext uri="{FF2B5EF4-FFF2-40B4-BE49-F238E27FC236}">
                <a16:creationId xmlns:a16="http://schemas.microsoft.com/office/drawing/2014/main" id="{7E8DBD57-8C9B-5477-9343-78FF9AD29AFE}"/>
              </a:ext>
            </a:extLst>
          </p:cNvPr>
          <p:cNvSpPr>
            <a:spLocks noGrp="1"/>
          </p:cNvSpPr>
          <p:nvPr>
            <p:ph type="title"/>
          </p:nvPr>
        </p:nvSpPr>
        <p:spPr/>
        <p:txBody>
          <a:bodyPr/>
          <a:lstStyle/>
          <a:p>
            <a:r>
              <a:rPr lang="en-US"/>
              <a:t>Click to edit Master title style</a:t>
            </a:r>
          </a:p>
        </p:txBody>
      </p:sp>
    </p:spTree>
    <p:custDataLst>
      <p:tags r:id="rId1"/>
    </p:custDataLst>
    <p:extLst>
      <p:ext uri="{BB962C8B-B14F-4D97-AF65-F5344CB8AC3E}">
        <p14:creationId xmlns:p14="http://schemas.microsoft.com/office/powerpoint/2010/main" val="1114028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Section Header">
    <p:bg>
      <p:bgPr>
        <a:solidFill>
          <a:schemeClr val="bg1">
            <a:lumMod val="95000"/>
          </a:schemeClr>
        </a:solidFill>
        <a:effectLst/>
      </p:bgPr>
    </p:bg>
    <p:spTree>
      <p:nvGrpSpPr>
        <p:cNvPr id="1" name=""/>
        <p:cNvGrpSpPr/>
        <p:nvPr/>
      </p:nvGrpSpPr>
      <p:grpSpPr>
        <a:xfrm>
          <a:off x="0" y="0"/>
          <a:ext cx="0" cy="0"/>
          <a:chOff x="0" y="0"/>
          <a:chExt cx="0" cy="0"/>
        </a:xfrm>
      </p:grpSpPr>
      <p:pic>
        <p:nvPicPr>
          <p:cNvPr id="10" name="Picture 9" descr="A close-up of a pink and yellow flag&#10;&#10;Description automatically generated">
            <a:extLst>
              <a:ext uri="{FF2B5EF4-FFF2-40B4-BE49-F238E27FC236}">
                <a16:creationId xmlns:a16="http://schemas.microsoft.com/office/drawing/2014/main" id="{B22B8FB4-0464-EFCD-3A6D-2B93BB3A604E}"/>
              </a:ext>
            </a:extLst>
          </p:cNvPr>
          <p:cNvPicPr>
            <a:picLocks noChangeAspect="1"/>
          </p:cNvPicPr>
          <p:nvPr userDrawn="1"/>
        </p:nvPicPr>
        <p:blipFill>
          <a:blip r:embed="rId3"/>
          <a:stretch>
            <a:fillRect/>
          </a:stretch>
        </p:blipFill>
        <p:spPr>
          <a:xfrm>
            <a:off x="0" y="0"/>
            <a:ext cx="12192000" cy="6858000"/>
          </a:xfrm>
          <a:prstGeom prst="rect">
            <a:avLst/>
          </a:prstGeom>
        </p:spPr>
      </p:pic>
      <p:sp>
        <p:nvSpPr>
          <p:cNvPr id="2" name="Date Placeholder 1">
            <a:extLst>
              <a:ext uri="{FF2B5EF4-FFF2-40B4-BE49-F238E27FC236}">
                <a16:creationId xmlns:a16="http://schemas.microsoft.com/office/drawing/2014/main" id="{BB0D939C-A6C8-7D93-6ABC-96678C90A773}"/>
              </a:ext>
            </a:extLst>
          </p:cNvPr>
          <p:cNvSpPr>
            <a:spLocks noGrp="1"/>
          </p:cNvSpPr>
          <p:nvPr>
            <p:ph type="dt" sz="half" idx="10"/>
          </p:nvPr>
        </p:nvSpPr>
        <p:spPr>
          <a:xfrm>
            <a:off x="228600" y="5822950"/>
            <a:ext cx="3352800" cy="365125"/>
          </a:xfrm>
          <a:prstGeom prst="rect">
            <a:avLst/>
          </a:prstGeom>
        </p:spPr>
        <p:txBody>
          <a:bodyPr/>
          <a:lstStyle/>
          <a:p>
            <a:fld id="{0828689E-5325-493F-9839-226A6C1F96DA}" type="datetime1">
              <a:rPr lang="en-US" smtClean="0"/>
              <a:t>7/6/2026</a:t>
            </a:fld>
            <a:endParaRPr lang="en-US"/>
          </a:p>
        </p:txBody>
      </p:sp>
      <p:sp>
        <p:nvSpPr>
          <p:cNvPr id="3" name="Footer Placeholder 2">
            <a:extLst>
              <a:ext uri="{FF2B5EF4-FFF2-40B4-BE49-F238E27FC236}">
                <a16:creationId xmlns:a16="http://schemas.microsoft.com/office/drawing/2014/main" id="{A1118B92-9EC5-7012-C04E-D38A60E6809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731A919-2FF9-950F-9258-E7A9DAC252F1}"/>
              </a:ext>
            </a:extLst>
          </p:cNvPr>
          <p:cNvSpPr>
            <a:spLocks noGrp="1"/>
          </p:cNvSpPr>
          <p:nvPr>
            <p:ph type="sldNum" sz="quarter" idx="12"/>
          </p:nvPr>
        </p:nvSpPr>
        <p:spPr/>
        <p:txBody>
          <a:bodyPr/>
          <a:lstStyle/>
          <a:p>
            <a:fld id="{FF41B0BD-F8EC-4301-BC51-0B1750CE8B9F}" type="slidenum">
              <a:rPr lang="en-US" smtClean="0"/>
              <a:pPr/>
              <a:t>‹#›</a:t>
            </a:fld>
            <a:endParaRPr lang="en-US"/>
          </a:p>
        </p:txBody>
      </p:sp>
      <p:sp>
        <p:nvSpPr>
          <p:cNvPr id="6" name="Title 5">
            <a:extLst>
              <a:ext uri="{FF2B5EF4-FFF2-40B4-BE49-F238E27FC236}">
                <a16:creationId xmlns:a16="http://schemas.microsoft.com/office/drawing/2014/main" id="{1B562155-293D-730A-58AA-FA31CB4FFAD1}"/>
              </a:ext>
            </a:extLst>
          </p:cNvPr>
          <p:cNvSpPr>
            <a:spLocks noGrp="1"/>
          </p:cNvSpPr>
          <p:nvPr>
            <p:ph type="title"/>
          </p:nvPr>
        </p:nvSpPr>
        <p:spPr/>
        <p:txBody>
          <a:bodyPr/>
          <a:lstStyle/>
          <a:p>
            <a:r>
              <a:rPr lang="en-US"/>
              <a:t>Click to edit Master title style</a:t>
            </a:r>
          </a:p>
        </p:txBody>
      </p:sp>
    </p:spTree>
    <p:custDataLst>
      <p:tags r:id="rId1"/>
    </p:custDataLst>
    <p:extLst>
      <p:ext uri="{BB962C8B-B14F-4D97-AF65-F5344CB8AC3E}">
        <p14:creationId xmlns:p14="http://schemas.microsoft.com/office/powerpoint/2010/main" val="2856930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7_Section Header">
    <p:bg>
      <p:bgPr>
        <a:solidFill>
          <a:schemeClr val="bg1">
            <a:lumMod val="95000"/>
          </a:schemeClr>
        </a:solidFill>
        <a:effectLst/>
      </p:bgPr>
    </p:bg>
    <p:spTree>
      <p:nvGrpSpPr>
        <p:cNvPr id="1" name=""/>
        <p:cNvGrpSpPr/>
        <p:nvPr/>
      </p:nvGrpSpPr>
      <p:grpSpPr>
        <a:xfrm>
          <a:off x="0" y="0"/>
          <a:ext cx="0" cy="0"/>
          <a:chOff x="0" y="0"/>
          <a:chExt cx="0" cy="0"/>
        </a:xfrm>
      </p:grpSpPr>
      <p:pic>
        <p:nvPicPr>
          <p:cNvPr id="4" name="Picture 3" descr="A white background with red and yellow text&#10;&#10;Description automatically generated">
            <a:extLst>
              <a:ext uri="{FF2B5EF4-FFF2-40B4-BE49-F238E27FC236}">
                <a16:creationId xmlns:a16="http://schemas.microsoft.com/office/drawing/2014/main" id="{535B9490-3989-2644-C44C-BB41B39CFA78}"/>
              </a:ext>
            </a:extLst>
          </p:cNvPr>
          <p:cNvPicPr>
            <a:picLocks noChangeAspect="1"/>
          </p:cNvPicPr>
          <p:nvPr userDrawn="1"/>
        </p:nvPicPr>
        <p:blipFill>
          <a:blip r:embed="rId3"/>
          <a:stretch>
            <a:fillRect/>
          </a:stretch>
        </p:blipFill>
        <p:spPr>
          <a:xfrm>
            <a:off x="0" y="0"/>
            <a:ext cx="12192000" cy="6858000"/>
          </a:xfrm>
          <a:prstGeom prst="rect">
            <a:avLst/>
          </a:prstGeom>
        </p:spPr>
      </p:pic>
      <p:sp>
        <p:nvSpPr>
          <p:cNvPr id="7" name="Date Placeholder 6">
            <a:extLst>
              <a:ext uri="{FF2B5EF4-FFF2-40B4-BE49-F238E27FC236}">
                <a16:creationId xmlns:a16="http://schemas.microsoft.com/office/drawing/2014/main" id="{EE17BE07-7D67-F2D0-79AF-DAB7370060BC}"/>
              </a:ext>
            </a:extLst>
          </p:cNvPr>
          <p:cNvSpPr>
            <a:spLocks noGrp="1"/>
          </p:cNvSpPr>
          <p:nvPr>
            <p:ph type="dt" sz="half" idx="10"/>
          </p:nvPr>
        </p:nvSpPr>
        <p:spPr>
          <a:xfrm>
            <a:off x="228600" y="5822950"/>
            <a:ext cx="3352800" cy="365125"/>
          </a:xfrm>
          <a:prstGeom prst="rect">
            <a:avLst/>
          </a:prstGeom>
        </p:spPr>
        <p:txBody>
          <a:bodyPr/>
          <a:lstStyle/>
          <a:p>
            <a:fld id="{2F0D9BAC-5F67-4DA0-BD32-F694010B1705}" type="datetime1">
              <a:rPr lang="en-US" smtClean="0"/>
              <a:t>7/6/2026</a:t>
            </a:fld>
            <a:endParaRPr lang="en-US"/>
          </a:p>
        </p:txBody>
      </p:sp>
      <p:sp>
        <p:nvSpPr>
          <p:cNvPr id="8" name="Footer Placeholder 7">
            <a:extLst>
              <a:ext uri="{FF2B5EF4-FFF2-40B4-BE49-F238E27FC236}">
                <a16:creationId xmlns:a16="http://schemas.microsoft.com/office/drawing/2014/main" id="{97065299-C02F-CC9A-3C47-FD4B0F5E93E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57E2E28-07C8-3DBD-5981-CA8E5A3D7ACF}"/>
              </a:ext>
            </a:extLst>
          </p:cNvPr>
          <p:cNvSpPr>
            <a:spLocks noGrp="1"/>
          </p:cNvSpPr>
          <p:nvPr>
            <p:ph type="sldNum" sz="quarter" idx="12"/>
          </p:nvPr>
        </p:nvSpPr>
        <p:spPr/>
        <p:txBody>
          <a:bodyPr/>
          <a:lstStyle/>
          <a:p>
            <a:fld id="{FF41B0BD-F8EC-4301-BC51-0B1750CE8B9F}" type="slidenum">
              <a:rPr lang="en-US" smtClean="0"/>
              <a:pPr/>
              <a:t>‹#›</a:t>
            </a:fld>
            <a:endParaRPr lang="en-US"/>
          </a:p>
        </p:txBody>
      </p:sp>
      <p:sp>
        <p:nvSpPr>
          <p:cNvPr id="10" name="Title 9">
            <a:extLst>
              <a:ext uri="{FF2B5EF4-FFF2-40B4-BE49-F238E27FC236}">
                <a16:creationId xmlns:a16="http://schemas.microsoft.com/office/drawing/2014/main" id="{484E17BA-31E1-5E9D-37F3-64DE40208545}"/>
              </a:ext>
            </a:extLst>
          </p:cNvPr>
          <p:cNvSpPr>
            <a:spLocks noGrp="1"/>
          </p:cNvSpPr>
          <p:nvPr>
            <p:ph type="title"/>
          </p:nvPr>
        </p:nvSpPr>
        <p:spPr/>
        <p:txBody>
          <a:bodyPr/>
          <a:lstStyle/>
          <a:p>
            <a:r>
              <a:rPr lang="en-US"/>
              <a:t>Click to edit Master title style</a:t>
            </a:r>
          </a:p>
        </p:txBody>
      </p:sp>
    </p:spTree>
    <p:custDataLst>
      <p:tags r:id="rId1"/>
    </p:custDataLst>
    <p:extLst>
      <p:ext uri="{BB962C8B-B14F-4D97-AF65-F5344CB8AC3E}">
        <p14:creationId xmlns:p14="http://schemas.microsoft.com/office/powerpoint/2010/main" val="8586822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11" name="Picture 10" descr="A white background with red and yellow text&#10;&#10;Description automatically generated">
            <a:extLst>
              <a:ext uri="{FF2B5EF4-FFF2-40B4-BE49-F238E27FC236}">
                <a16:creationId xmlns:a16="http://schemas.microsoft.com/office/drawing/2014/main" id="{1A2FC422-6E82-3B74-1D14-535F418B7C08}"/>
              </a:ext>
            </a:extLst>
          </p:cNvPr>
          <p:cNvPicPr>
            <a:picLocks noChangeAspect="1"/>
          </p:cNvPicPr>
          <p:nvPr userDrawn="1"/>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6A3E5FB2-C2D8-3FB5-EF68-45AFAED621C1}"/>
              </a:ext>
            </a:extLst>
          </p:cNvPr>
          <p:cNvSpPr>
            <a:spLocks noGrp="1"/>
          </p:cNvSpPr>
          <p:nvPr>
            <p:ph type="title"/>
          </p:nvPr>
        </p:nvSpPr>
        <p:spPr>
          <a:xfrm>
            <a:off x="228600" y="816502"/>
            <a:ext cx="1177290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214E65B0-0677-09D2-84FD-D12297636F37}"/>
              </a:ext>
            </a:extLst>
          </p:cNvPr>
          <p:cNvSpPr>
            <a:spLocks noGrp="1"/>
          </p:cNvSpPr>
          <p:nvPr>
            <p:ph idx="1"/>
          </p:nvPr>
        </p:nvSpPr>
        <p:spPr>
          <a:xfrm>
            <a:off x="228600" y="2277002"/>
            <a:ext cx="117729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A81DE85-DE50-A1D1-8FC4-0943C4FBBA57}"/>
              </a:ext>
            </a:extLst>
          </p:cNvPr>
          <p:cNvSpPr>
            <a:spLocks noGrp="1"/>
          </p:cNvSpPr>
          <p:nvPr>
            <p:ph type="dt" sz="half" idx="10"/>
          </p:nvPr>
        </p:nvSpPr>
        <p:spPr>
          <a:xfrm>
            <a:off x="228600" y="5822950"/>
            <a:ext cx="3352800" cy="365125"/>
          </a:xfrm>
          <a:prstGeom prst="rect">
            <a:avLst/>
          </a:prstGeom>
        </p:spPr>
        <p:txBody>
          <a:bodyPr/>
          <a:lstStyle/>
          <a:p>
            <a:fld id="{5D64D1D0-8403-4ACA-AAE8-EE4E5E3602AD}" type="datetime1">
              <a:rPr lang="en-US" smtClean="0"/>
              <a:t>7/6/2026</a:t>
            </a:fld>
            <a:endParaRPr lang="en-US"/>
          </a:p>
        </p:txBody>
      </p:sp>
      <p:sp>
        <p:nvSpPr>
          <p:cNvPr id="6" name="Footer Placeholder 5">
            <a:extLst>
              <a:ext uri="{FF2B5EF4-FFF2-40B4-BE49-F238E27FC236}">
                <a16:creationId xmlns:a16="http://schemas.microsoft.com/office/drawing/2014/main" id="{9FD9CCE4-583D-B554-E31D-C417C18B89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B1FA59-5B80-1901-E43D-3FDEEAFEF166}"/>
              </a:ext>
            </a:extLst>
          </p:cNvPr>
          <p:cNvSpPr>
            <a:spLocks noGrp="1"/>
          </p:cNvSpPr>
          <p:nvPr>
            <p:ph type="sldNum" sz="quarter" idx="12"/>
          </p:nvPr>
        </p:nvSpPr>
        <p:spPr/>
        <p:txBody>
          <a:bodyPr/>
          <a:lstStyle/>
          <a:p>
            <a:fld id="{FF41B0BD-F8EC-4301-BC51-0B1750CE8B9F}" type="slidenum">
              <a:rPr lang="en-US" smtClean="0"/>
              <a:pPr/>
              <a:t>‹#›</a:t>
            </a:fld>
            <a:endParaRPr lang="en-US"/>
          </a:p>
        </p:txBody>
      </p:sp>
    </p:spTree>
    <p:custDataLst>
      <p:tags r:id="rId1"/>
    </p:custDataLst>
    <p:extLst>
      <p:ext uri="{BB962C8B-B14F-4D97-AF65-F5344CB8AC3E}">
        <p14:creationId xmlns:p14="http://schemas.microsoft.com/office/powerpoint/2010/main" val="1877324821"/>
      </p:ext>
    </p:extLst>
  </p:cSld>
  <p:clrMapOvr>
    <a:masterClrMapping/>
  </p:clrMapOvr>
  <p:extLst>
    <p:ext uri="{DCECCB84-F9BA-43D5-87BE-67443E8EF086}">
      <p15:sldGuideLst xmlns:p15="http://schemas.microsoft.com/office/powerpoint/2012/main">
        <p15:guide id="1" orient="horz" pos="414" userDrawn="1">
          <p15:clr>
            <a:srgbClr val="FBAE40"/>
          </p15:clr>
        </p15:guide>
        <p15:guide id="2" orient="horz" pos="73"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0CA569A-6A6D-9A54-4333-9F10E2138E16}"/>
              </a:ext>
            </a:extLst>
          </p:cNvPr>
          <p:cNvPicPr>
            <a:picLocks noChangeAspect="1"/>
          </p:cNvPicPr>
          <p:nvPr userDrawn="1"/>
        </p:nvPicPr>
        <p:blipFill>
          <a:blip r:embed="rId3">
            <a:alphaModFix amt="50000"/>
          </a:blip>
          <a:srcRect/>
          <a:stretch/>
        </p:blipFill>
        <p:spPr>
          <a:xfrm>
            <a:off x="1" y="-14225"/>
            <a:ext cx="12191998" cy="6857998"/>
          </a:xfrm>
          <a:prstGeom prst="rect">
            <a:avLst/>
          </a:prstGeom>
        </p:spPr>
      </p:pic>
      <p:sp>
        <p:nvSpPr>
          <p:cNvPr id="2" name="Title 1">
            <a:extLst>
              <a:ext uri="{FF2B5EF4-FFF2-40B4-BE49-F238E27FC236}">
                <a16:creationId xmlns:a16="http://schemas.microsoft.com/office/drawing/2014/main" id="{6A3E5FB2-C2D8-3FB5-EF68-45AFAED621C1}"/>
              </a:ext>
            </a:extLst>
          </p:cNvPr>
          <p:cNvSpPr>
            <a:spLocks noGrp="1"/>
          </p:cNvSpPr>
          <p:nvPr>
            <p:ph type="title"/>
          </p:nvPr>
        </p:nvSpPr>
        <p:spPr>
          <a:xfrm>
            <a:off x="228600" y="365125"/>
            <a:ext cx="1177290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214E65B0-0677-09D2-84FD-D12297636F37}"/>
              </a:ext>
            </a:extLst>
          </p:cNvPr>
          <p:cNvSpPr>
            <a:spLocks noGrp="1"/>
          </p:cNvSpPr>
          <p:nvPr>
            <p:ph idx="1"/>
          </p:nvPr>
        </p:nvSpPr>
        <p:spPr>
          <a:xfrm>
            <a:off x="228600" y="1825625"/>
            <a:ext cx="117729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1FA748E-B35C-5803-3B46-02CED91AE1C9}"/>
              </a:ext>
            </a:extLst>
          </p:cNvPr>
          <p:cNvSpPr>
            <a:spLocks noGrp="1"/>
          </p:cNvSpPr>
          <p:nvPr>
            <p:ph type="dt" sz="half" idx="10"/>
          </p:nvPr>
        </p:nvSpPr>
        <p:spPr>
          <a:xfrm>
            <a:off x="228600" y="5822950"/>
            <a:ext cx="3352800" cy="365125"/>
          </a:xfrm>
          <a:prstGeom prst="rect">
            <a:avLst/>
          </a:prstGeom>
        </p:spPr>
        <p:txBody>
          <a:bodyPr/>
          <a:lstStyle/>
          <a:p>
            <a:fld id="{28478F7D-B86A-40DA-8F68-058CCEB499DF}" type="datetime1">
              <a:rPr lang="en-US" smtClean="0"/>
              <a:t>7/6/2026</a:t>
            </a:fld>
            <a:endParaRPr lang="en-US"/>
          </a:p>
        </p:txBody>
      </p:sp>
      <p:sp>
        <p:nvSpPr>
          <p:cNvPr id="6" name="Footer Placeholder 5">
            <a:extLst>
              <a:ext uri="{FF2B5EF4-FFF2-40B4-BE49-F238E27FC236}">
                <a16:creationId xmlns:a16="http://schemas.microsoft.com/office/drawing/2014/main" id="{96939ADD-8D7C-8701-CF69-6762975BD906}"/>
              </a:ext>
            </a:extLst>
          </p:cNvPr>
          <p:cNvSpPr>
            <a:spLocks noGrp="1"/>
          </p:cNvSpPr>
          <p:nvPr>
            <p:ph type="ftr" sz="quarter" idx="11"/>
          </p:nvPr>
        </p:nvSpPr>
        <p:spPr/>
        <p:txBody>
          <a:bodyPr/>
          <a:lstStyle/>
          <a:p>
            <a:endParaRPr lang="en-US"/>
          </a:p>
        </p:txBody>
      </p:sp>
      <p:sp>
        <p:nvSpPr>
          <p:cNvPr id="11" name="Slide Number Placeholder 10">
            <a:extLst>
              <a:ext uri="{FF2B5EF4-FFF2-40B4-BE49-F238E27FC236}">
                <a16:creationId xmlns:a16="http://schemas.microsoft.com/office/drawing/2014/main" id="{FF8C51D0-5B50-BF6C-0115-6C7CA7CE4ED9}"/>
              </a:ext>
            </a:extLst>
          </p:cNvPr>
          <p:cNvSpPr>
            <a:spLocks noGrp="1"/>
          </p:cNvSpPr>
          <p:nvPr>
            <p:ph type="sldNum" sz="quarter" idx="12"/>
          </p:nvPr>
        </p:nvSpPr>
        <p:spPr/>
        <p:txBody>
          <a:bodyPr/>
          <a:lstStyle/>
          <a:p>
            <a:fld id="{FF41B0BD-F8EC-4301-BC51-0B1750CE8B9F}" type="slidenum">
              <a:rPr lang="en-US" smtClean="0"/>
              <a:pPr/>
              <a:t>‹#›</a:t>
            </a:fld>
            <a:endParaRPr lang="en-US"/>
          </a:p>
        </p:txBody>
      </p:sp>
      <p:pic>
        <p:nvPicPr>
          <p:cNvPr id="20" name="Picture 19">
            <a:extLst>
              <a:ext uri="{FF2B5EF4-FFF2-40B4-BE49-F238E27FC236}">
                <a16:creationId xmlns:a16="http://schemas.microsoft.com/office/drawing/2014/main" id="{BD5CA95D-9BA8-4CCC-F636-1E0B5C53F844}"/>
              </a:ext>
            </a:extLst>
          </p:cNvPr>
          <p:cNvPicPr>
            <a:picLocks noChangeAspect="1"/>
          </p:cNvPicPr>
          <p:nvPr userDrawn="1"/>
        </p:nvPicPr>
        <p:blipFill rotWithShape="1">
          <a:blip r:embed="rId4"/>
          <a:srcRect l="73491" t="1" b="17458"/>
          <a:stretch/>
        </p:blipFill>
        <p:spPr>
          <a:xfrm>
            <a:off x="10562253" y="6211314"/>
            <a:ext cx="1629747" cy="541406"/>
          </a:xfrm>
          <a:prstGeom prst="rect">
            <a:avLst/>
          </a:prstGeom>
        </p:spPr>
      </p:pic>
      <p:pic>
        <p:nvPicPr>
          <p:cNvPr id="21" name="Picture 20">
            <a:extLst>
              <a:ext uri="{FF2B5EF4-FFF2-40B4-BE49-F238E27FC236}">
                <a16:creationId xmlns:a16="http://schemas.microsoft.com/office/drawing/2014/main" id="{72CC7934-CCAD-75A9-21A4-4B973A654BEF}"/>
              </a:ext>
            </a:extLst>
          </p:cNvPr>
          <p:cNvPicPr>
            <a:picLocks/>
          </p:cNvPicPr>
          <p:nvPr userDrawn="1"/>
        </p:nvPicPr>
        <p:blipFill rotWithShape="1">
          <a:blip r:embed="rId4"/>
          <a:srcRect l="-1" t="86953" r="-1250"/>
          <a:stretch/>
        </p:blipFill>
        <p:spPr>
          <a:xfrm>
            <a:off x="0" y="6749434"/>
            <a:ext cx="12344400" cy="109728"/>
          </a:xfrm>
          <a:prstGeom prst="rect">
            <a:avLst/>
          </a:prstGeom>
        </p:spPr>
      </p:pic>
      <p:pic>
        <p:nvPicPr>
          <p:cNvPr id="7" name="Picture 6">
            <a:extLst>
              <a:ext uri="{FF2B5EF4-FFF2-40B4-BE49-F238E27FC236}">
                <a16:creationId xmlns:a16="http://schemas.microsoft.com/office/drawing/2014/main" id="{1EC58B6B-9858-0FF1-99EE-EDC8F48280C3}"/>
              </a:ext>
            </a:extLst>
          </p:cNvPr>
          <p:cNvPicPr>
            <a:picLocks noChangeAspect="1"/>
          </p:cNvPicPr>
          <p:nvPr userDrawn="1"/>
        </p:nvPicPr>
        <p:blipFill rotWithShape="1">
          <a:blip r:embed="rId5"/>
          <a:srcRect t="-8010" b="2491"/>
          <a:stretch/>
        </p:blipFill>
        <p:spPr>
          <a:xfrm>
            <a:off x="228600" y="6029325"/>
            <a:ext cx="1939903" cy="643527"/>
          </a:xfrm>
          <a:prstGeom prst="rect">
            <a:avLst/>
          </a:prstGeom>
        </p:spPr>
      </p:pic>
    </p:spTree>
    <p:custDataLst>
      <p:tags r:id="rId1"/>
    </p:custDataLst>
    <p:extLst>
      <p:ext uri="{BB962C8B-B14F-4D97-AF65-F5344CB8AC3E}">
        <p14:creationId xmlns:p14="http://schemas.microsoft.com/office/powerpoint/2010/main" val="29811545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Divider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37BEF9D-9CCF-719E-3C9E-DE3512C85DAE}"/>
              </a:ext>
            </a:extLst>
          </p:cNvPr>
          <p:cNvPicPr>
            <a:picLocks noChangeAspect="1"/>
          </p:cNvPicPr>
          <p:nvPr userDrawn="1"/>
        </p:nvPicPr>
        <p:blipFill>
          <a:blip r:embed="rId3">
            <a:alphaModFix amt="50000"/>
          </a:blip>
          <a:srcRect/>
          <a:stretch/>
        </p:blipFill>
        <p:spPr>
          <a:xfrm>
            <a:off x="1" y="-14225"/>
            <a:ext cx="12191998" cy="6857998"/>
          </a:xfrm>
          <a:prstGeom prst="rect">
            <a:avLst/>
          </a:prstGeom>
        </p:spPr>
      </p:pic>
      <p:sp>
        <p:nvSpPr>
          <p:cNvPr id="2" name="Title 1">
            <a:extLst>
              <a:ext uri="{FF2B5EF4-FFF2-40B4-BE49-F238E27FC236}">
                <a16:creationId xmlns:a16="http://schemas.microsoft.com/office/drawing/2014/main" id="{070C2D3A-77BB-A8FE-2470-0E0C7BBB2565}"/>
              </a:ext>
            </a:extLst>
          </p:cNvPr>
          <p:cNvSpPr>
            <a:spLocks noGrp="1"/>
          </p:cNvSpPr>
          <p:nvPr>
            <p:ph type="ctrTitle"/>
          </p:nvPr>
        </p:nvSpPr>
        <p:spPr>
          <a:xfrm>
            <a:off x="228600" y="1129983"/>
            <a:ext cx="9144000" cy="2387600"/>
          </a:xfrm>
        </p:spPr>
        <p:txBody>
          <a:bodyPr lIns="0" tIns="0" rIns="0" bIns="0" anchor="b"/>
          <a:lstStyle>
            <a:lvl1pPr algn="l">
              <a:defRPr sz="6000"/>
            </a:lvl1pPr>
          </a:lstStyle>
          <a:p>
            <a:r>
              <a:rPr lang="en-US"/>
              <a:t>Click to edit Master title style</a:t>
            </a:r>
          </a:p>
        </p:txBody>
      </p:sp>
      <p:sp>
        <p:nvSpPr>
          <p:cNvPr id="3" name="Subtitle 2">
            <a:extLst>
              <a:ext uri="{FF2B5EF4-FFF2-40B4-BE49-F238E27FC236}">
                <a16:creationId xmlns:a16="http://schemas.microsoft.com/office/drawing/2014/main" id="{E3223444-1C6B-FE12-2E62-3746CED4F4BC}"/>
              </a:ext>
            </a:extLst>
          </p:cNvPr>
          <p:cNvSpPr>
            <a:spLocks noGrp="1"/>
          </p:cNvSpPr>
          <p:nvPr>
            <p:ph type="subTitle" idx="1"/>
          </p:nvPr>
        </p:nvSpPr>
        <p:spPr>
          <a:xfrm>
            <a:off x="228600" y="3609658"/>
            <a:ext cx="9144000" cy="1655762"/>
          </a:xfrm>
        </p:spPr>
        <p:txBody>
          <a:bodyPr lIns="0" tIns="0" rIns="0" bIns="0"/>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Date Placeholder 4">
            <a:extLst>
              <a:ext uri="{FF2B5EF4-FFF2-40B4-BE49-F238E27FC236}">
                <a16:creationId xmlns:a16="http://schemas.microsoft.com/office/drawing/2014/main" id="{D2956F13-1A6D-B6BC-4F6C-6B19099AD01C}"/>
              </a:ext>
            </a:extLst>
          </p:cNvPr>
          <p:cNvSpPr>
            <a:spLocks noGrp="1"/>
          </p:cNvSpPr>
          <p:nvPr>
            <p:ph type="dt" sz="half" idx="10"/>
          </p:nvPr>
        </p:nvSpPr>
        <p:spPr>
          <a:xfrm>
            <a:off x="228600" y="5822950"/>
            <a:ext cx="3352800" cy="365125"/>
          </a:xfrm>
          <a:prstGeom prst="rect">
            <a:avLst/>
          </a:prstGeom>
        </p:spPr>
        <p:txBody>
          <a:bodyPr/>
          <a:lstStyle/>
          <a:p>
            <a:fld id="{F5BD7675-56E0-4351-8262-84A68497286E}" type="datetime1">
              <a:rPr lang="en-US" smtClean="0"/>
              <a:t>7/6/2026</a:t>
            </a:fld>
            <a:endParaRPr lang="en-US"/>
          </a:p>
        </p:txBody>
      </p:sp>
      <p:sp>
        <p:nvSpPr>
          <p:cNvPr id="6" name="Footer Placeholder 5">
            <a:extLst>
              <a:ext uri="{FF2B5EF4-FFF2-40B4-BE49-F238E27FC236}">
                <a16:creationId xmlns:a16="http://schemas.microsoft.com/office/drawing/2014/main" id="{C1BE7A9B-DFF2-6568-F11A-FF9524635E0F}"/>
              </a:ext>
            </a:extLst>
          </p:cNvPr>
          <p:cNvSpPr>
            <a:spLocks noGrp="1"/>
          </p:cNvSpPr>
          <p:nvPr>
            <p:ph type="ftr" sz="quarter" idx="11"/>
          </p:nvPr>
        </p:nvSpPr>
        <p:spPr/>
        <p:txBody>
          <a:bodyPr/>
          <a:lstStyle/>
          <a:p>
            <a:endParaRPr lang="en-US"/>
          </a:p>
        </p:txBody>
      </p:sp>
      <p:sp>
        <p:nvSpPr>
          <p:cNvPr id="11" name="Slide Number Placeholder 10">
            <a:extLst>
              <a:ext uri="{FF2B5EF4-FFF2-40B4-BE49-F238E27FC236}">
                <a16:creationId xmlns:a16="http://schemas.microsoft.com/office/drawing/2014/main" id="{1628AF34-FBC9-E155-1D0E-629C25F39E10}"/>
              </a:ext>
            </a:extLst>
          </p:cNvPr>
          <p:cNvSpPr>
            <a:spLocks noGrp="1"/>
          </p:cNvSpPr>
          <p:nvPr>
            <p:ph type="sldNum" sz="quarter" idx="12"/>
          </p:nvPr>
        </p:nvSpPr>
        <p:spPr/>
        <p:txBody>
          <a:bodyPr/>
          <a:lstStyle/>
          <a:p>
            <a:fld id="{FF41B0BD-F8EC-4301-BC51-0B1750CE8B9F}" type="slidenum">
              <a:rPr lang="en-US" smtClean="0"/>
              <a:pPr/>
              <a:t>‹#›</a:t>
            </a:fld>
            <a:endParaRPr lang="en-US"/>
          </a:p>
        </p:txBody>
      </p:sp>
      <p:pic>
        <p:nvPicPr>
          <p:cNvPr id="13" name="Picture 12">
            <a:extLst>
              <a:ext uri="{FF2B5EF4-FFF2-40B4-BE49-F238E27FC236}">
                <a16:creationId xmlns:a16="http://schemas.microsoft.com/office/drawing/2014/main" id="{DD891E04-C2E4-2349-00AE-21C37C4C76C3}"/>
              </a:ext>
            </a:extLst>
          </p:cNvPr>
          <p:cNvPicPr>
            <a:picLocks noChangeAspect="1"/>
          </p:cNvPicPr>
          <p:nvPr userDrawn="1"/>
        </p:nvPicPr>
        <p:blipFill rotWithShape="1">
          <a:blip r:embed="rId4"/>
          <a:srcRect l="73491" t="1" b="17458"/>
          <a:stretch/>
        </p:blipFill>
        <p:spPr>
          <a:xfrm>
            <a:off x="10562253" y="6211314"/>
            <a:ext cx="1629747" cy="541406"/>
          </a:xfrm>
          <a:prstGeom prst="rect">
            <a:avLst/>
          </a:prstGeom>
        </p:spPr>
      </p:pic>
      <p:pic>
        <p:nvPicPr>
          <p:cNvPr id="14" name="Picture 13">
            <a:extLst>
              <a:ext uri="{FF2B5EF4-FFF2-40B4-BE49-F238E27FC236}">
                <a16:creationId xmlns:a16="http://schemas.microsoft.com/office/drawing/2014/main" id="{BA2F1FAF-14C5-A31D-8A7A-F1CCC9F5C2ED}"/>
              </a:ext>
            </a:extLst>
          </p:cNvPr>
          <p:cNvPicPr>
            <a:picLocks/>
          </p:cNvPicPr>
          <p:nvPr userDrawn="1"/>
        </p:nvPicPr>
        <p:blipFill rotWithShape="1">
          <a:blip r:embed="rId4"/>
          <a:srcRect l="-1" t="86953" r="-1250"/>
          <a:stretch/>
        </p:blipFill>
        <p:spPr>
          <a:xfrm>
            <a:off x="0" y="6749434"/>
            <a:ext cx="12344400" cy="109728"/>
          </a:xfrm>
          <a:prstGeom prst="rect">
            <a:avLst/>
          </a:prstGeom>
        </p:spPr>
      </p:pic>
      <p:pic>
        <p:nvPicPr>
          <p:cNvPr id="7" name="Picture 6">
            <a:extLst>
              <a:ext uri="{FF2B5EF4-FFF2-40B4-BE49-F238E27FC236}">
                <a16:creationId xmlns:a16="http://schemas.microsoft.com/office/drawing/2014/main" id="{9A53CAC6-81E0-0971-73C1-4D0C85C88315}"/>
              </a:ext>
            </a:extLst>
          </p:cNvPr>
          <p:cNvPicPr>
            <a:picLocks noChangeAspect="1"/>
          </p:cNvPicPr>
          <p:nvPr userDrawn="1"/>
        </p:nvPicPr>
        <p:blipFill rotWithShape="1">
          <a:blip r:embed="rId5"/>
          <a:srcRect t="-8010" b="2491"/>
          <a:stretch/>
        </p:blipFill>
        <p:spPr>
          <a:xfrm>
            <a:off x="228600" y="6029325"/>
            <a:ext cx="1939903" cy="643527"/>
          </a:xfrm>
          <a:prstGeom prst="rect">
            <a:avLst/>
          </a:prstGeom>
        </p:spPr>
      </p:pic>
    </p:spTree>
    <p:custDataLst>
      <p:tags r:id="rId1"/>
    </p:custDataLst>
    <p:extLst>
      <p:ext uri="{BB962C8B-B14F-4D97-AF65-F5344CB8AC3E}">
        <p14:creationId xmlns:p14="http://schemas.microsoft.com/office/powerpoint/2010/main" val="114200762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8419EED-CF24-63A3-D63E-0A3132E8F2C9}"/>
              </a:ext>
            </a:extLst>
          </p:cNvPr>
          <p:cNvPicPr>
            <a:picLocks noChangeAspect="1"/>
          </p:cNvPicPr>
          <p:nvPr userDrawn="1"/>
        </p:nvPicPr>
        <p:blipFill>
          <a:blip r:embed="rId3">
            <a:alphaModFix amt="50000"/>
          </a:blip>
          <a:srcRect/>
          <a:stretch/>
        </p:blipFill>
        <p:spPr>
          <a:xfrm>
            <a:off x="0" y="0"/>
            <a:ext cx="12191998" cy="6857998"/>
          </a:xfrm>
          <a:prstGeom prst="rect">
            <a:avLst/>
          </a:prstGeom>
        </p:spPr>
      </p:pic>
      <p:sp>
        <p:nvSpPr>
          <p:cNvPr id="2" name="Title 1">
            <a:extLst>
              <a:ext uri="{FF2B5EF4-FFF2-40B4-BE49-F238E27FC236}">
                <a16:creationId xmlns:a16="http://schemas.microsoft.com/office/drawing/2014/main" id="{B6F8FE25-0BA1-E3D9-9F89-0E9F87747F0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F96B86F-A4BF-7A68-9F8B-A252FEB2B680}"/>
              </a:ext>
            </a:extLst>
          </p:cNvPr>
          <p:cNvSpPr>
            <a:spLocks noGrp="1"/>
          </p:cNvSpPr>
          <p:nvPr>
            <p:ph type="dt" sz="half" idx="10"/>
          </p:nvPr>
        </p:nvSpPr>
        <p:spPr>
          <a:xfrm>
            <a:off x="228600" y="5822950"/>
            <a:ext cx="3352800" cy="365125"/>
          </a:xfrm>
          <a:prstGeom prst="rect">
            <a:avLst/>
          </a:prstGeom>
        </p:spPr>
        <p:txBody>
          <a:bodyPr/>
          <a:lstStyle/>
          <a:p>
            <a:fld id="{38973318-9083-4E99-AC8A-9AA7254128DB}" type="datetime1">
              <a:rPr lang="en-US" smtClean="0"/>
              <a:t>7/6/2026</a:t>
            </a:fld>
            <a:endParaRPr lang="en-US"/>
          </a:p>
        </p:txBody>
      </p:sp>
      <p:sp>
        <p:nvSpPr>
          <p:cNvPr id="4" name="Footer Placeholder 3">
            <a:extLst>
              <a:ext uri="{FF2B5EF4-FFF2-40B4-BE49-F238E27FC236}">
                <a16:creationId xmlns:a16="http://schemas.microsoft.com/office/drawing/2014/main" id="{8C96CF5B-87E1-F4DC-19E9-AAD17C98B12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9EB97CB-52F7-2FB4-4C6A-C989A4AA0D1B}"/>
              </a:ext>
            </a:extLst>
          </p:cNvPr>
          <p:cNvSpPr>
            <a:spLocks noGrp="1"/>
          </p:cNvSpPr>
          <p:nvPr>
            <p:ph type="sldNum" sz="quarter" idx="12"/>
          </p:nvPr>
        </p:nvSpPr>
        <p:spPr>
          <a:xfrm>
            <a:off x="8610600" y="6356350"/>
            <a:ext cx="2743200" cy="365125"/>
          </a:xfrm>
          <a:prstGeom prst="rect">
            <a:avLst/>
          </a:prstGeom>
        </p:spPr>
        <p:txBody>
          <a:bodyPr/>
          <a:lstStyle/>
          <a:p>
            <a:fld id="{6B8C712F-99CB-6C4A-A8B2-D15370AF6953}" type="slidenum">
              <a:rPr lang="en-US" smtClean="0"/>
              <a:t>‹#›</a:t>
            </a:fld>
            <a:endParaRPr lang="en-US"/>
          </a:p>
        </p:txBody>
      </p:sp>
    </p:spTree>
    <p:custDataLst>
      <p:tags r:id="rId1"/>
    </p:custDataLst>
    <p:extLst>
      <p:ext uri="{BB962C8B-B14F-4D97-AF65-F5344CB8AC3E}">
        <p14:creationId xmlns:p14="http://schemas.microsoft.com/office/powerpoint/2010/main" val="20070998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3" name="Picture 12" descr="A close-up of a flag&#10;&#10;Description automatically generated">
            <a:extLst>
              <a:ext uri="{FF2B5EF4-FFF2-40B4-BE49-F238E27FC236}">
                <a16:creationId xmlns:a16="http://schemas.microsoft.com/office/drawing/2014/main" id="{B15B65DE-AD7C-2A73-CCAC-5FDAC30D1E1C}"/>
              </a:ext>
            </a:extLst>
          </p:cNvPr>
          <p:cNvPicPr>
            <a:picLocks noChangeAspect="1"/>
          </p:cNvPicPr>
          <p:nvPr userDrawn="1"/>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1329428E-FFEF-C4B1-4424-004E6502A1D8}"/>
              </a:ext>
            </a:extLst>
          </p:cNvPr>
          <p:cNvSpPr>
            <a:spLocks noGrp="1"/>
          </p:cNvSpPr>
          <p:nvPr>
            <p:ph type="title"/>
          </p:nvPr>
        </p:nvSpPr>
        <p:spPr>
          <a:xfrm>
            <a:off x="228600" y="365125"/>
            <a:ext cx="11772900" cy="1325563"/>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0283B84-DEC3-60DF-C8D7-9324E7A9359A}"/>
              </a:ext>
            </a:extLst>
          </p:cNvPr>
          <p:cNvSpPr>
            <a:spLocks noGrp="1"/>
          </p:cNvSpPr>
          <p:nvPr>
            <p:ph sz="half" idx="1"/>
          </p:nvPr>
        </p:nvSpPr>
        <p:spPr>
          <a:xfrm>
            <a:off x="228600" y="1755193"/>
            <a:ext cx="5715000" cy="42031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7464959-6C08-94F1-7EB7-EEC783C0AC74}"/>
              </a:ext>
            </a:extLst>
          </p:cNvPr>
          <p:cNvSpPr>
            <a:spLocks noGrp="1"/>
          </p:cNvSpPr>
          <p:nvPr>
            <p:ph sz="half" idx="2"/>
          </p:nvPr>
        </p:nvSpPr>
        <p:spPr>
          <a:xfrm>
            <a:off x="6286500" y="1755193"/>
            <a:ext cx="5715000" cy="42031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5751BF8A-7D15-CBE4-2A1F-218756B0A9DA}"/>
              </a:ext>
            </a:extLst>
          </p:cNvPr>
          <p:cNvSpPr>
            <a:spLocks noGrp="1"/>
          </p:cNvSpPr>
          <p:nvPr>
            <p:ph type="dt" sz="half" idx="10"/>
          </p:nvPr>
        </p:nvSpPr>
        <p:spPr>
          <a:xfrm>
            <a:off x="228600" y="5822950"/>
            <a:ext cx="3352800" cy="365125"/>
          </a:xfrm>
          <a:prstGeom prst="rect">
            <a:avLst/>
          </a:prstGeom>
        </p:spPr>
        <p:txBody>
          <a:bodyPr/>
          <a:lstStyle/>
          <a:p>
            <a:fld id="{B4C2C054-905B-4EC8-AE43-EBCA5BDF3727}" type="datetime1">
              <a:rPr lang="en-US" smtClean="0"/>
              <a:t>7/6/2026</a:t>
            </a:fld>
            <a:endParaRPr lang="en-US"/>
          </a:p>
        </p:txBody>
      </p:sp>
      <p:sp>
        <p:nvSpPr>
          <p:cNvPr id="7" name="Footer Placeholder 6">
            <a:extLst>
              <a:ext uri="{FF2B5EF4-FFF2-40B4-BE49-F238E27FC236}">
                <a16:creationId xmlns:a16="http://schemas.microsoft.com/office/drawing/2014/main" id="{35970C9D-8DFC-4C01-1706-A4C16428F2CF}"/>
              </a:ext>
            </a:extLst>
          </p:cNvPr>
          <p:cNvSpPr>
            <a:spLocks noGrp="1"/>
          </p:cNvSpPr>
          <p:nvPr>
            <p:ph type="ftr" sz="quarter" idx="11"/>
          </p:nvPr>
        </p:nvSpPr>
        <p:spPr/>
        <p:txBody>
          <a:bodyPr/>
          <a:lstStyle/>
          <a:p>
            <a:endParaRPr lang="en-US"/>
          </a:p>
        </p:txBody>
      </p:sp>
      <p:sp>
        <p:nvSpPr>
          <p:cNvPr id="12" name="Slide Number Placeholder 11">
            <a:extLst>
              <a:ext uri="{FF2B5EF4-FFF2-40B4-BE49-F238E27FC236}">
                <a16:creationId xmlns:a16="http://schemas.microsoft.com/office/drawing/2014/main" id="{FA7690C4-493C-D541-1F78-FB053B8A83C0}"/>
              </a:ext>
            </a:extLst>
          </p:cNvPr>
          <p:cNvSpPr>
            <a:spLocks noGrp="1"/>
          </p:cNvSpPr>
          <p:nvPr>
            <p:ph type="sldNum" sz="quarter" idx="12"/>
          </p:nvPr>
        </p:nvSpPr>
        <p:spPr/>
        <p:txBody>
          <a:bodyPr/>
          <a:lstStyle/>
          <a:p>
            <a:fld id="{FF41B0BD-F8EC-4301-BC51-0B1750CE8B9F}" type="slidenum">
              <a:rPr lang="en-US" smtClean="0"/>
              <a:pPr/>
              <a:t>‹#›</a:t>
            </a:fld>
            <a:endParaRPr lang="en-US"/>
          </a:p>
        </p:txBody>
      </p:sp>
    </p:spTree>
    <p:custDataLst>
      <p:tags r:id="rId1"/>
    </p:custDataLst>
    <p:extLst>
      <p:ext uri="{BB962C8B-B14F-4D97-AF65-F5344CB8AC3E}">
        <p14:creationId xmlns:p14="http://schemas.microsoft.com/office/powerpoint/2010/main" val="1796124549"/>
      </p:ext>
    </p:extLst>
  </p:cSld>
  <p:clrMapOvr>
    <a:masterClrMapping/>
  </p:clrMapOvr>
  <p:extLst>
    <p:ext uri="{DCECCB84-F9BA-43D5-87BE-67443E8EF086}">
      <p15:sldGuideLst xmlns:p15="http://schemas.microsoft.com/office/powerpoint/2012/main">
        <p15:guide id="1" pos="3744" userDrawn="1">
          <p15:clr>
            <a:srgbClr val="FBAE40"/>
          </p15:clr>
        </p15:guide>
        <p15:guide id="2" pos="3936"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75F1704-7980-67F2-3CB2-6EC7800BD5A2}"/>
              </a:ext>
            </a:extLst>
          </p:cNvPr>
          <p:cNvPicPr>
            <a:picLocks noChangeAspect="1"/>
          </p:cNvPicPr>
          <p:nvPr userDrawn="1"/>
        </p:nvPicPr>
        <p:blipFill>
          <a:blip r:embed="rId3">
            <a:alphaModFix amt="50000"/>
          </a:blip>
          <a:srcRect/>
          <a:stretch/>
        </p:blipFill>
        <p:spPr>
          <a:xfrm>
            <a:off x="0" y="0"/>
            <a:ext cx="12191998" cy="6857998"/>
          </a:xfrm>
          <a:prstGeom prst="rect">
            <a:avLst/>
          </a:prstGeom>
        </p:spPr>
      </p:pic>
      <p:sp>
        <p:nvSpPr>
          <p:cNvPr id="2" name="Title 1">
            <a:extLst>
              <a:ext uri="{FF2B5EF4-FFF2-40B4-BE49-F238E27FC236}">
                <a16:creationId xmlns:a16="http://schemas.microsoft.com/office/drawing/2014/main" id="{8B028AB6-80AE-5204-613F-75E27E236CA6}"/>
              </a:ext>
            </a:extLst>
          </p:cNvPr>
          <p:cNvSpPr>
            <a:spLocks noGrp="1"/>
          </p:cNvSpPr>
          <p:nvPr>
            <p:ph type="title"/>
          </p:nvPr>
        </p:nvSpPr>
        <p:spPr>
          <a:xfrm>
            <a:off x="228600" y="365126"/>
            <a:ext cx="11772900" cy="1230586"/>
          </a:xfrm>
        </p:spPr>
        <p:txBody>
          <a:bodyPr/>
          <a:lstStyle/>
          <a:p>
            <a:r>
              <a:rPr lang="en-US"/>
              <a:t>Click to edit Master title style</a:t>
            </a:r>
          </a:p>
        </p:txBody>
      </p:sp>
      <p:sp>
        <p:nvSpPr>
          <p:cNvPr id="3" name="Text Placeholder 2">
            <a:extLst>
              <a:ext uri="{FF2B5EF4-FFF2-40B4-BE49-F238E27FC236}">
                <a16:creationId xmlns:a16="http://schemas.microsoft.com/office/drawing/2014/main" id="{F882E50F-CA71-F544-0CBD-C7F18CE02215}"/>
              </a:ext>
            </a:extLst>
          </p:cNvPr>
          <p:cNvSpPr>
            <a:spLocks noGrp="1"/>
          </p:cNvSpPr>
          <p:nvPr>
            <p:ph type="body" idx="1"/>
          </p:nvPr>
        </p:nvSpPr>
        <p:spPr>
          <a:xfrm>
            <a:off x="228601" y="1643200"/>
            <a:ext cx="5715000" cy="6817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69F926-FC21-5AA0-6D62-7210D93C0DBF}"/>
              </a:ext>
            </a:extLst>
          </p:cNvPr>
          <p:cNvSpPr>
            <a:spLocks noGrp="1"/>
          </p:cNvSpPr>
          <p:nvPr>
            <p:ph sz="half" idx="2"/>
          </p:nvPr>
        </p:nvSpPr>
        <p:spPr>
          <a:xfrm>
            <a:off x="228601" y="2372424"/>
            <a:ext cx="5715000" cy="35859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556318E-2ECD-AB6B-78E7-4FA6708D4D60}"/>
              </a:ext>
            </a:extLst>
          </p:cNvPr>
          <p:cNvSpPr>
            <a:spLocks noGrp="1"/>
          </p:cNvSpPr>
          <p:nvPr>
            <p:ph type="body" sz="quarter" idx="3"/>
          </p:nvPr>
        </p:nvSpPr>
        <p:spPr>
          <a:xfrm>
            <a:off x="6282813" y="1647962"/>
            <a:ext cx="5715000" cy="6817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A7889C-24AE-2E61-BCC7-469A8E88FBC0}"/>
              </a:ext>
            </a:extLst>
          </p:cNvPr>
          <p:cNvSpPr>
            <a:spLocks noGrp="1"/>
          </p:cNvSpPr>
          <p:nvPr>
            <p:ph sz="quarter" idx="4"/>
          </p:nvPr>
        </p:nvSpPr>
        <p:spPr>
          <a:xfrm>
            <a:off x="6282813" y="2381948"/>
            <a:ext cx="5715000" cy="357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A876D4BA-E73D-5DF9-130E-EE51EE0B7650}"/>
              </a:ext>
            </a:extLst>
          </p:cNvPr>
          <p:cNvSpPr>
            <a:spLocks noGrp="1"/>
          </p:cNvSpPr>
          <p:nvPr>
            <p:ph type="dt" sz="half" idx="10"/>
          </p:nvPr>
        </p:nvSpPr>
        <p:spPr>
          <a:xfrm>
            <a:off x="228600" y="5822950"/>
            <a:ext cx="3352800" cy="365125"/>
          </a:xfrm>
          <a:prstGeom prst="rect">
            <a:avLst/>
          </a:prstGeom>
        </p:spPr>
        <p:txBody>
          <a:bodyPr/>
          <a:lstStyle/>
          <a:p>
            <a:fld id="{1DCAB500-2473-4949-924F-176F74AB0CDA}" type="datetime1">
              <a:rPr lang="en-US" smtClean="0"/>
              <a:t>7/6/2026</a:t>
            </a:fld>
            <a:endParaRPr lang="en-US"/>
          </a:p>
        </p:txBody>
      </p:sp>
      <p:sp>
        <p:nvSpPr>
          <p:cNvPr id="9" name="Footer Placeholder 8">
            <a:extLst>
              <a:ext uri="{FF2B5EF4-FFF2-40B4-BE49-F238E27FC236}">
                <a16:creationId xmlns:a16="http://schemas.microsoft.com/office/drawing/2014/main" id="{34B4FC9A-9303-5CFF-1C0C-3D2E6C86C0F1}"/>
              </a:ext>
            </a:extLst>
          </p:cNvPr>
          <p:cNvSpPr>
            <a:spLocks noGrp="1"/>
          </p:cNvSpPr>
          <p:nvPr>
            <p:ph type="ftr" sz="quarter" idx="11"/>
          </p:nvPr>
        </p:nvSpPr>
        <p:spPr/>
        <p:txBody>
          <a:bodyPr/>
          <a:lstStyle/>
          <a:p>
            <a:endParaRPr lang="en-US"/>
          </a:p>
        </p:txBody>
      </p:sp>
      <p:sp>
        <p:nvSpPr>
          <p:cNvPr id="14" name="Slide Number Placeholder 13">
            <a:extLst>
              <a:ext uri="{FF2B5EF4-FFF2-40B4-BE49-F238E27FC236}">
                <a16:creationId xmlns:a16="http://schemas.microsoft.com/office/drawing/2014/main" id="{12E73182-80DB-3E3D-4537-6BDAE7F6E215}"/>
              </a:ext>
            </a:extLst>
          </p:cNvPr>
          <p:cNvSpPr>
            <a:spLocks noGrp="1"/>
          </p:cNvSpPr>
          <p:nvPr>
            <p:ph type="sldNum" sz="quarter" idx="12"/>
          </p:nvPr>
        </p:nvSpPr>
        <p:spPr/>
        <p:txBody>
          <a:bodyPr/>
          <a:lstStyle/>
          <a:p>
            <a:fld id="{FF41B0BD-F8EC-4301-BC51-0B1750CE8B9F}" type="slidenum">
              <a:rPr lang="en-US" smtClean="0"/>
              <a:pPr/>
              <a:t>‹#›</a:t>
            </a:fld>
            <a:endParaRPr lang="en-US"/>
          </a:p>
        </p:txBody>
      </p:sp>
      <p:pic>
        <p:nvPicPr>
          <p:cNvPr id="16" name="Picture 15">
            <a:extLst>
              <a:ext uri="{FF2B5EF4-FFF2-40B4-BE49-F238E27FC236}">
                <a16:creationId xmlns:a16="http://schemas.microsoft.com/office/drawing/2014/main" id="{F6B78ABB-0AC2-57DB-8ED9-09B6E181B202}"/>
              </a:ext>
            </a:extLst>
          </p:cNvPr>
          <p:cNvPicPr>
            <a:picLocks noChangeAspect="1"/>
          </p:cNvPicPr>
          <p:nvPr userDrawn="1"/>
        </p:nvPicPr>
        <p:blipFill rotWithShape="1">
          <a:blip r:embed="rId4"/>
          <a:srcRect l="73491" t="1" b="17458"/>
          <a:stretch/>
        </p:blipFill>
        <p:spPr>
          <a:xfrm>
            <a:off x="10562253" y="6211314"/>
            <a:ext cx="1629747" cy="541406"/>
          </a:xfrm>
          <a:prstGeom prst="rect">
            <a:avLst/>
          </a:prstGeom>
        </p:spPr>
      </p:pic>
      <p:pic>
        <p:nvPicPr>
          <p:cNvPr id="17" name="Picture 16">
            <a:extLst>
              <a:ext uri="{FF2B5EF4-FFF2-40B4-BE49-F238E27FC236}">
                <a16:creationId xmlns:a16="http://schemas.microsoft.com/office/drawing/2014/main" id="{CA4428CF-F12A-29B1-3861-6F49CDDCE982}"/>
              </a:ext>
            </a:extLst>
          </p:cNvPr>
          <p:cNvPicPr>
            <a:picLocks/>
          </p:cNvPicPr>
          <p:nvPr userDrawn="1"/>
        </p:nvPicPr>
        <p:blipFill rotWithShape="1">
          <a:blip r:embed="rId4"/>
          <a:srcRect l="-1" t="86953" r="-1250"/>
          <a:stretch/>
        </p:blipFill>
        <p:spPr>
          <a:xfrm>
            <a:off x="0" y="6749434"/>
            <a:ext cx="12344400" cy="109728"/>
          </a:xfrm>
          <a:prstGeom prst="rect">
            <a:avLst/>
          </a:prstGeom>
        </p:spPr>
      </p:pic>
      <p:pic>
        <p:nvPicPr>
          <p:cNvPr id="10" name="Picture 9">
            <a:extLst>
              <a:ext uri="{FF2B5EF4-FFF2-40B4-BE49-F238E27FC236}">
                <a16:creationId xmlns:a16="http://schemas.microsoft.com/office/drawing/2014/main" id="{56B47D56-5109-5BFF-8FBC-44757E52D164}"/>
              </a:ext>
            </a:extLst>
          </p:cNvPr>
          <p:cNvPicPr>
            <a:picLocks noChangeAspect="1"/>
          </p:cNvPicPr>
          <p:nvPr userDrawn="1"/>
        </p:nvPicPr>
        <p:blipFill rotWithShape="1">
          <a:blip r:embed="rId5"/>
          <a:srcRect t="-9504" b="2492"/>
          <a:stretch/>
        </p:blipFill>
        <p:spPr>
          <a:xfrm>
            <a:off x="228600" y="6020211"/>
            <a:ext cx="1939903" cy="652641"/>
          </a:xfrm>
          <a:prstGeom prst="rect">
            <a:avLst/>
          </a:prstGeom>
        </p:spPr>
      </p:pic>
    </p:spTree>
    <p:custDataLst>
      <p:tags r:id="rId1"/>
    </p:custDataLst>
    <p:extLst>
      <p:ext uri="{BB962C8B-B14F-4D97-AF65-F5344CB8AC3E}">
        <p14:creationId xmlns:p14="http://schemas.microsoft.com/office/powerpoint/2010/main" val="24309766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0914CC5-EABB-8416-352C-46380BB64D45}"/>
              </a:ext>
            </a:extLst>
          </p:cNvPr>
          <p:cNvPicPr>
            <a:picLocks noChangeAspect="1"/>
          </p:cNvPicPr>
          <p:nvPr userDrawn="1"/>
        </p:nvPicPr>
        <p:blipFill>
          <a:blip r:embed="rId3">
            <a:alphaModFix amt="50000"/>
          </a:blip>
          <a:srcRect/>
          <a:stretch/>
        </p:blipFill>
        <p:spPr>
          <a:xfrm>
            <a:off x="0" y="0"/>
            <a:ext cx="12191998" cy="6857998"/>
          </a:xfrm>
          <a:prstGeom prst="rect">
            <a:avLst/>
          </a:prstGeom>
        </p:spPr>
      </p:pic>
      <p:sp>
        <p:nvSpPr>
          <p:cNvPr id="2" name="Title 1">
            <a:extLst>
              <a:ext uri="{FF2B5EF4-FFF2-40B4-BE49-F238E27FC236}">
                <a16:creationId xmlns:a16="http://schemas.microsoft.com/office/drawing/2014/main" id="{1A5889C5-9635-FEA3-E74E-FB5313AD41C0}"/>
              </a:ext>
            </a:extLst>
          </p:cNvPr>
          <p:cNvSpPr>
            <a:spLocks noGrp="1"/>
          </p:cNvSpPr>
          <p:nvPr>
            <p:ph type="title"/>
          </p:nvPr>
        </p:nvSpPr>
        <p:spPr>
          <a:xfrm>
            <a:off x="228600" y="365125"/>
            <a:ext cx="11772900" cy="1325563"/>
          </a:xfrm>
        </p:spPr>
        <p:txBody>
          <a:bodyPr lIns="0" tIns="0" rIns="0" bIns="0"/>
          <a:lstStyle/>
          <a:p>
            <a:r>
              <a:rPr lang="en-US"/>
              <a:t>Click to edit Master title style</a:t>
            </a:r>
          </a:p>
        </p:txBody>
      </p:sp>
      <p:pic>
        <p:nvPicPr>
          <p:cNvPr id="5" name="Picture 4">
            <a:extLst>
              <a:ext uri="{FF2B5EF4-FFF2-40B4-BE49-F238E27FC236}">
                <a16:creationId xmlns:a16="http://schemas.microsoft.com/office/drawing/2014/main" id="{A2971954-D9F2-1070-3C81-740BEFA8CFB9}"/>
              </a:ext>
            </a:extLst>
          </p:cNvPr>
          <p:cNvPicPr>
            <a:picLocks noChangeAspect="1"/>
          </p:cNvPicPr>
          <p:nvPr userDrawn="1"/>
        </p:nvPicPr>
        <p:blipFill rotWithShape="1">
          <a:blip r:embed="rId4"/>
          <a:srcRect l="73491" t="1" b="17458"/>
          <a:stretch/>
        </p:blipFill>
        <p:spPr>
          <a:xfrm>
            <a:off x="10562253" y="6211314"/>
            <a:ext cx="1629747" cy="541406"/>
          </a:xfrm>
          <a:prstGeom prst="rect">
            <a:avLst/>
          </a:prstGeom>
        </p:spPr>
      </p:pic>
      <p:pic>
        <p:nvPicPr>
          <p:cNvPr id="10" name="Picture 9">
            <a:extLst>
              <a:ext uri="{FF2B5EF4-FFF2-40B4-BE49-F238E27FC236}">
                <a16:creationId xmlns:a16="http://schemas.microsoft.com/office/drawing/2014/main" id="{94550708-D2FF-9E22-6EEB-7558CE9FC90A}"/>
              </a:ext>
            </a:extLst>
          </p:cNvPr>
          <p:cNvPicPr>
            <a:picLocks/>
          </p:cNvPicPr>
          <p:nvPr userDrawn="1"/>
        </p:nvPicPr>
        <p:blipFill rotWithShape="1">
          <a:blip r:embed="rId4"/>
          <a:srcRect l="-1" t="86953" r="-1250"/>
          <a:stretch/>
        </p:blipFill>
        <p:spPr>
          <a:xfrm>
            <a:off x="0" y="6749434"/>
            <a:ext cx="12344400" cy="109728"/>
          </a:xfrm>
          <a:prstGeom prst="rect">
            <a:avLst/>
          </a:prstGeom>
        </p:spPr>
      </p:pic>
      <p:pic>
        <p:nvPicPr>
          <p:cNvPr id="6" name="Picture 5">
            <a:extLst>
              <a:ext uri="{FF2B5EF4-FFF2-40B4-BE49-F238E27FC236}">
                <a16:creationId xmlns:a16="http://schemas.microsoft.com/office/drawing/2014/main" id="{4593D665-D325-0149-A011-53C03092CCD7}"/>
              </a:ext>
            </a:extLst>
          </p:cNvPr>
          <p:cNvPicPr>
            <a:picLocks noChangeAspect="1"/>
          </p:cNvPicPr>
          <p:nvPr userDrawn="1"/>
        </p:nvPicPr>
        <p:blipFill rotWithShape="1">
          <a:blip r:embed="rId5"/>
          <a:srcRect t="-4887" b="2492"/>
          <a:stretch/>
        </p:blipFill>
        <p:spPr>
          <a:xfrm>
            <a:off x="228600" y="6048375"/>
            <a:ext cx="1939903" cy="624477"/>
          </a:xfrm>
          <a:prstGeom prst="rect">
            <a:avLst/>
          </a:prstGeom>
        </p:spPr>
      </p:pic>
    </p:spTree>
    <p:custDataLst>
      <p:tags r:id="rId1"/>
    </p:custDataLst>
    <p:extLst>
      <p:ext uri="{BB962C8B-B14F-4D97-AF65-F5344CB8AC3E}">
        <p14:creationId xmlns:p14="http://schemas.microsoft.com/office/powerpoint/2010/main" val="34919854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white backgroun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889C5-9635-FEA3-E74E-FB5313AD41C0}"/>
              </a:ext>
            </a:extLst>
          </p:cNvPr>
          <p:cNvSpPr>
            <a:spLocks noGrp="1"/>
          </p:cNvSpPr>
          <p:nvPr>
            <p:ph type="title"/>
          </p:nvPr>
        </p:nvSpPr>
        <p:spPr>
          <a:xfrm>
            <a:off x="228600" y="365125"/>
            <a:ext cx="11772900" cy="1325563"/>
          </a:xfrm>
        </p:spPr>
        <p:txBody>
          <a:bodyPr lIns="0" tIns="0" rIns="0" bIns="0"/>
          <a:lstStyle/>
          <a:p>
            <a:r>
              <a:rPr lang="en-US"/>
              <a:t>Click to edit Master title style</a:t>
            </a:r>
          </a:p>
        </p:txBody>
      </p:sp>
      <p:pic>
        <p:nvPicPr>
          <p:cNvPr id="5" name="Picture 4">
            <a:extLst>
              <a:ext uri="{FF2B5EF4-FFF2-40B4-BE49-F238E27FC236}">
                <a16:creationId xmlns:a16="http://schemas.microsoft.com/office/drawing/2014/main" id="{A2971954-D9F2-1070-3C81-740BEFA8CFB9}"/>
              </a:ext>
            </a:extLst>
          </p:cNvPr>
          <p:cNvPicPr>
            <a:picLocks noChangeAspect="1"/>
          </p:cNvPicPr>
          <p:nvPr userDrawn="1"/>
        </p:nvPicPr>
        <p:blipFill rotWithShape="1">
          <a:blip r:embed="rId3"/>
          <a:srcRect l="73491" t="1" b="17458"/>
          <a:stretch/>
        </p:blipFill>
        <p:spPr>
          <a:xfrm>
            <a:off x="10562253" y="6211314"/>
            <a:ext cx="1629747" cy="541406"/>
          </a:xfrm>
          <a:prstGeom prst="rect">
            <a:avLst/>
          </a:prstGeom>
        </p:spPr>
      </p:pic>
      <p:pic>
        <p:nvPicPr>
          <p:cNvPr id="10" name="Picture 9">
            <a:extLst>
              <a:ext uri="{FF2B5EF4-FFF2-40B4-BE49-F238E27FC236}">
                <a16:creationId xmlns:a16="http://schemas.microsoft.com/office/drawing/2014/main" id="{94550708-D2FF-9E22-6EEB-7558CE9FC90A}"/>
              </a:ext>
            </a:extLst>
          </p:cNvPr>
          <p:cNvPicPr>
            <a:picLocks/>
          </p:cNvPicPr>
          <p:nvPr userDrawn="1"/>
        </p:nvPicPr>
        <p:blipFill rotWithShape="1">
          <a:blip r:embed="rId3"/>
          <a:srcRect l="-1" t="86953" r="-1250"/>
          <a:stretch/>
        </p:blipFill>
        <p:spPr>
          <a:xfrm>
            <a:off x="0" y="6749434"/>
            <a:ext cx="12344400" cy="109728"/>
          </a:xfrm>
          <a:prstGeom prst="rect">
            <a:avLst/>
          </a:prstGeom>
        </p:spPr>
      </p:pic>
      <p:pic>
        <p:nvPicPr>
          <p:cNvPr id="4" name="Picture 3">
            <a:extLst>
              <a:ext uri="{FF2B5EF4-FFF2-40B4-BE49-F238E27FC236}">
                <a16:creationId xmlns:a16="http://schemas.microsoft.com/office/drawing/2014/main" id="{80EA0C95-EB20-B3F2-0331-B6D80E15509B}"/>
              </a:ext>
            </a:extLst>
          </p:cNvPr>
          <p:cNvPicPr>
            <a:picLocks noChangeAspect="1"/>
          </p:cNvPicPr>
          <p:nvPr userDrawn="1"/>
        </p:nvPicPr>
        <p:blipFill rotWithShape="1">
          <a:blip r:embed="rId4"/>
          <a:srcRect t="-8010" b="2491"/>
          <a:stretch/>
        </p:blipFill>
        <p:spPr>
          <a:xfrm>
            <a:off x="228600" y="6029325"/>
            <a:ext cx="1939903" cy="643527"/>
          </a:xfrm>
          <a:prstGeom prst="rect">
            <a:avLst/>
          </a:prstGeom>
        </p:spPr>
      </p:pic>
    </p:spTree>
    <p:custDataLst>
      <p:tags r:id="rId1"/>
    </p:custDataLst>
    <p:extLst>
      <p:ext uri="{BB962C8B-B14F-4D97-AF65-F5344CB8AC3E}">
        <p14:creationId xmlns:p14="http://schemas.microsoft.com/office/powerpoint/2010/main" val="14401503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1_Title Only white background">
    <p:spTree>
      <p:nvGrpSpPr>
        <p:cNvPr id="1" name=""/>
        <p:cNvGrpSpPr/>
        <p:nvPr/>
      </p:nvGrpSpPr>
      <p:grpSpPr>
        <a:xfrm>
          <a:off x="0" y="0"/>
          <a:ext cx="0" cy="0"/>
          <a:chOff x="0" y="0"/>
          <a:chExt cx="0" cy="0"/>
        </a:xfrm>
      </p:grpSpPr>
      <p:pic>
        <p:nvPicPr>
          <p:cNvPr id="6" name="Picture 5" descr="A white background with red and yellow text&#10;&#10;Description automatically generated">
            <a:extLst>
              <a:ext uri="{FF2B5EF4-FFF2-40B4-BE49-F238E27FC236}">
                <a16:creationId xmlns:a16="http://schemas.microsoft.com/office/drawing/2014/main" id="{42762D23-994C-6660-567D-FB0DDF820736}"/>
              </a:ext>
            </a:extLst>
          </p:cNvPr>
          <p:cNvPicPr>
            <a:picLocks noChangeAspect="1"/>
          </p:cNvPicPr>
          <p:nvPr userDrawn="1"/>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1A5889C5-9635-FEA3-E74E-FB5313AD41C0}"/>
              </a:ext>
            </a:extLst>
          </p:cNvPr>
          <p:cNvSpPr>
            <a:spLocks noGrp="1"/>
          </p:cNvSpPr>
          <p:nvPr>
            <p:ph type="title"/>
          </p:nvPr>
        </p:nvSpPr>
        <p:spPr>
          <a:xfrm>
            <a:off x="228600" y="833632"/>
            <a:ext cx="11772900" cy="1325563"/>
          </a:xfrm>
        </p:spPr>
        <p:txBody>
          <a:bodyPr lIns="0" tIns="0" rIns="0" bIns="0"/>
          <a:lstStyle/>
          <a:p>
            <a:r>
              <a:rPr lang="en-US"/>
              <a:t>Click to edit Master title style</a:t>
            </a:r>
          </a:p>
        </p:txBody>
      </p:sp>
    </p:spTree>
    <p:custDataLst>
      <p:tags r:id="rId1"/>
    </p:custDataLst>
    <p:extLst>
      <p:ext uri="{BB962C8B-B14F-4D97-AF65-F5344CB8AC3E}">
        <p14:creationId xmlns:p14="http://schemas.microsoft.com/office/powerpoint/2010/main" val="367400238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3" name="Picture 12" descr="A white background with red and yellow text&#10;&#10;Description automatically generated">
            <a:extLst>
              <a:ext uri="{FF2B5EF4-FFF2-40B4-BE49-F238E27FC236}">
                <a16:creationId xmlns:a16="http://schemas.microsoft.com/office/drawing/2014/main" id="{EC2FA1BF-F13A-D17C-F687-91948D70D6EE}"/>
              </a:ext>
            </a:extLst>
          </p:cNvPr>
          <p:cNvPicPr>
            <a:picLocks noChangeAspect="1"/>
          </p:cNvPicPr>
          <p:nvPr userDrawn="1"/>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AB4DA16-1BA5-32E5-7F45-D2D7547C8F61}"/>
              </a:ext>
            </a:extLst>
          </p:cNvPr>
          <p:cNvSpPr>
            <a:spLocks noGrp="1"/>
          </p:cNvSpPr>
          <p:nvPr>
            <p:ph type="title"/>
          </p:nvPr>
        </p:nvSpPr>
        <p:spPr>
          <a:xfrm>
            <a:off x="228600" y="351462"/>
            <a:ext cx="4746522" cy="1478501"/>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7BFB5D9-158F-E605-2270-9A76B4B40A76}"/>
              </a:ext>
            </a:extLst>
          </p:cNvPr>
          <p:cNvSpPr>
            <a:spLocks noGrp="1"/>
          </p:cNvSpPr>
          <p:nvPr>
            <p:ph idx="1"/>
          </p:nvPr>
        </p:nvSpPr>
        <p:spPr>
          <a:xfrm>
            <a:off x="5191432" y="342900"/>
            <a:ext cx="6810068" cy="560069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581B754-4DB9-86B2-BF02-3773EC5083FA}"/>
              </a:ext>
            </a:extLst>
          </p:cNvPr>
          <p:cNvSpPr>
            <a:spLocks noGrp="1"/>
          </p:cNvSpPr>
          <p:nvPr>
            <p:ph type="body" sz="half" idx="2"/>
          </p:nvPr>
        </p:nvSpPr>
        <p:spPr>
          <a:xfrm>
            <a:off x="228599" y="2057400"/>
            <a:ext cx="4746523" cy="38862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Date Placeholder 5">
            <a:extLst>
              <a:ext uri="{FF2B5EF4-FFF2-40B4-BE49-F238E27FC236}">
                <a16:creationId xmlns:a16="http://schemas.microsoft.com/office/drawing/2014/main" id="{30C43B53-0D16-42E1-1FE5-A0EDD0448C69}"/>
              </a:ext>
            </a:extLst>
          </p:cNvPr>
          <p:cNvSpPr>
            <a:spLocks noGrp="1"/>
          </p:cNvSpPr>
          <p:nvPr>
            <p:ph type="dt" sz="half" idx="10"/>
          </p:nvPr>
        </p:nvSpPr>
        <p:spPr>
          <a:xfrm>
            <a:off x="228600" y="5822950"/>
            <a:ext cx="3352800" cy="365125"/>
          </a:xfrm>
          <a:prstGeom prst="rect">
            <a:avLst/>
          </a:prstGeom>
        </p:spPr>
        <p:txBody>
          <a:bodyPr/>
          <a:lstStyle/>
          <a:p>
            <a:fld id="{84410F8B-CFC0-4484-84FF-8E4A0A824264}" type="datetime1">
              <a:rPr lang="en-US" smtClean="0"/>
              <a:t>7/6/2026</a:t>
            </a:fld>
            <a:endParaRPr lang="en-US"/>
          </a:p>
        </p:txBody>
      </p:sp>
      <p:sp>
        <p:nvSpPr>
          <p:cNvPr id="7" name="Footer Placeholder 6">
            <a:extLst>
              <a:ext uri="{FF2B5EF4-FFF2-40B4-BE49-F238E27FC236}">
                <a16:creationId xmlns:a16="http://schemas.microsoft.com/office/drawing/2014/main" id="{5A66B243-E710-B764-48BF-2E687074D500}"/>
              </a:ext>
            </a:extLst>
          </p:cNvPr>
          <p:cNvSpPr>
            <a:spLocks noGrp="1"/>
          </p:cNvSpPr>
          <p:nvPr>
            <p:ph type="ftr" sz="quarter" idx="11"/>
          </p:nvPr>
        </p:nvSpPr>
        <p:spPr/>
        <p:txBody>
          <a:bodyPr/>
          <a:lstStyle/>
          <a:p>
            <a:endParaRPr lang="en-US"/>
          </a:p>
        </p:txBody>
      </p:sp>
      <p:sp>
        <p:nvSpPr>
          <p:cNvPr id="12" name="Slide Number Placeholder 11">
            <a:extLst>
              <a:ext uri="{FF2B5EF4-FFF2-40B4-BE49-F238E27FC236}">
                <a16:creationId xmlns:a16="http://schemas.microsoft.com/office/drawing/2014/main" id="{AAAE2A5C-C943-E4A2-45DC-5FF1D50666A3}"/>
              </a:ext>
            </a:extLst>
          </p:cNvPr>
          <p:cNvSpPr>
            <a:spLocks noGrp="1"/>
          </p:cNvSpPr>
          <p:nvPr>
            <p:ph type="sldNum" sz="quarter" idx="12"/>
          </p:nvPr>
        </p:nvSpPr>
        <p:spPr/>
        <p:txBody>
          <a:bodyPr/>
          <a:lstStyle/>
          <a:p>
            <a:fld id="{FF41B0BD-F8EC-4301-BC51-0B1750CE8B9F}" type="slidenum">
              <a:rPr lang="en-US" smtClean="0"/>
              <a:pPr/>
              <a:t>‹#›</a:t>
            </a:fld>
            <a:endParaRPr lang="en-US"/>
          </a:p>
        </p:txBody>
      </p:sp>
    </p:spTree>
    <p:custDataLst>
      <p:tags r:id="rId1"/>
    </p:custDataLst>
    <p:extLst>
      <p:ext uri="{BB962C8B-B14F-4D97-AF65-F5344CB8AC3E}">
        <p14:creationId xmlns:p14="http://schemas.microsoft.com/office/powerpoint/2010/main" val="39409322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CE06A81-8A23-3DB6-BB50-344F81E848A8}"/>
              </a:ext>
            </a:extLst>
          </p:cNvPr>
          <p:cNvPicPr>
            <a:picLocks noChangeAspect="1"/>
          </p:cNvPicPr>
          <p:nvPr userDrawn="1"/>
        </p:nvPicPr>
        <p:blipFill>
          <a:blip r:embed="rId3">
            <a:alphaModFix amt="50000"/>
          </a:blip>
          <a:srcRect/>
          <a:stretch/>
        </p:blipFill>
        <p:spPr>
          <a:xfrm>
            <a:off x="0" y="0"/>
            <a:ext cx="12191998" cy="6857998"/>
          </a:xfrm>
          <a:prstGeom prst="rect">
            <a:avLst/>
          </a:prstGeom>
        </p:spPr>
      </p:pic>
      <p:sp>
        <p:nvSpPr>
          <p:cNvPr id="2" name="Title 1">
            <a:extLst>
              <a:ext uri="{FF2B5EF4-FFF2-40B4-BE49-F238E27FC236}">
                <a16:creationId xmlns:a16="http://schemas.microsoft.com/office/drawing/2014/main" id="{F28B3260-D312-63BD-C762-8DA3E4FB8CE7}"/>
              </a:ext>
            </a:extLst>
          </p:cNvPr>
          <p:cNvSpPr>
            <a:spLocks noGrp="1"/>
          </p:cNvSpPr>
          <p:nvPr>
            <p:ph type="title"/>
          </p:nvPr>
        </p:nvSpPr>
        <p:spPr>
          <a:xfrm>
            <a:off x="228600" y="342901"/>
            <a:ext cx="4736690" cy="1511641"/>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E5C016E-7A63-ECD6-C80A-C69CF11897C5}"/>
              </a:ext>
            </a:extLst>
          </p:cNvPr>
          <p:cNvSpPr>
            <a:spLocks noGrp="1"/>
          </p:cNvSpPr>
          <p:nvPr>
            <p:ph type="pic" idx="1"/>
          </p:nvPr>
        </p:nvSpPr>
        <p:spPr>
          <a:xfrm>
            <a:off x="5183188" y="342901"/>
            <a:ext cx="6818312" cy="562528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3F5FBFB-06C6-D86B-0E25-A9BA53DDE732}"/>
              </a:ext>
            </a:extLst>
          </p:cNvPr>
          <p:cNvSpPr>
            <a:spLocks noGrp="1"/>
          </p:cNvSpPr>
          <p:nvPr>
            <p:ph type="body" sz="half" idx="2"/>
          </p:nvPr>
        </p:nvSpPr>
        <p:spPr>
          <a:xfrm>
            <a:off x="228600" y="2057399"/>
            <a:ext cx="4736690" cy="391078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Date Placeholder 5">
            <a:extLst>
              <a:ext uri="{FF2B5EF4-FFF2-40B4-BE49-F238E27FC236}">
                <a16:creationId xmlns:a16="http://schemas.microsoft.com/office/drawing/2014/main" id="{F82EC330-00F1-B057-AEEC-EDE2E4D7256F}"/>
              </a:ext>
            </a:extLst>
          </p:cNvPr>
          <p:cNvSpPr>
            <a:spLocks noGrp="1"/>
          </p:cNvSpPr>
          <p:nvPr>
            <p:ph type="dt" sz="half" idx="10"/>
          </p:nvPr>
        </p:nvSpPr>
        <p:spPr>
          <a:xfrm>
            <a:off x="228600" y="5822950"/>
            <a:ext cx="3352800" cy="365125"/>
          </a:xfrm>
          <a:prstGeom prst="rect">
            <a:avLst/>
          </a:prstGeom>
        </p:spPr>
        <p:txBody>
          <a:bodyPr/>
          <a:lstStyle/>
          <a:p>
            <a:fld id="{20D0171E-C657-4DEF-A9EC-FC51A499CA59}" type="datetime1">
              <a:rPr lang="en-US" smtClean="0"/>
              <a:t>7/6/2026</a:t>
            </a:fld>
            <a:endParaRPr lang="en-US"/>
          </a:p>
        </p:txBody>
      </p:sp>
      <p:sp>
        <p:nvSpPr>
          <p:cNvPr id="7" name="Footer Placeholder 6">
            <a:extLst>
              <a:ext uri="{FF2B5EF4-FFF2-40B4-BE49-F238E27FC236}">
                <a16:creationId xmlns:a16="http://schemas.microsoft.com/office/drawing/2014/main" id="{CB612590-7D97-7C21-5D85-FB096EAC8E67}"/>
              </a:ext>
            </a:extLst>
          </p:cNvPr>
          <p:cNvSpPr>
            <a:spLocks noGrp="1"/>
          </p:cNvSpPr>
          <p:nvPr>
            <p:ph type="ftr" sz="quarter" idx="11"/>
          </p:nvPr>
        </p:nvSpPr>
        <p:spPr/>
        <p:txBody>
          <a:bodyPr/>
          <a:lstStyle/>
          <a:p>
            <a:endParaRPr lang="en-US"/>
          </a:p>
        </p:txBody>
      </p:sp>
      <p:sp>
        <p:nvSpPr>
          <p:cNvPr id="12" name="Slide Number Placeholder 11">
            <a:extLst>
              <a:ext uri="{FF2B5EF4-FFF2-40B4-BE49-F238E27FC236}">
                <a16:creationId xmlns:a16="http://schemas.microsoft.com/office/drawing/2014/main" id="{0D31CA08-A37C-9CED-4369-39956066B3B4}"/>
              </a:ext>
            </a:extLst>
          </p:cNvPr>
          <p:cNvSpPr>
            <a:spLocks noGrp="1"/>
          </p:cNvSpPr>
          <p:nvPr>
            <p:ph type="sldNum" sz="quarter" idx="12"/>
          </p:nvPr>
        </p:nvSpPr>
        <p:spPr/>
        <p:txBody>
          <a:bodyPr/>
          <a:lstStyle/>
          <a:p>
            <a:fld id="{FF41B0BD-F8EC-4301-BC51-0B1750CE8B9F}" type="slidenum">
              <a:rPr lang="en-US" smtClean="0"/>
              <a:pPr/>
              <a:t>‹#›</a:t>
            </a:fld>
            <a:endParaRPr lang="en-US"/>
          </a:p>
        </p:txBody>
      </p:sp>
      <p:pic>
        <p:nvPicPr>
          <p:cNvPr id="14" name="Picture 13">
            <a:extLst>
              <a:ext uri="{FF2B5EF4-FFF2-40B4-BE49-F238E27FC236}">
                <a16:creationId xmlns:a16="http://schemas.microsoft.com/office/drawing/2014/main" id="{23F54FAB-77DB-3618-85BF-3A83D427E073}"/>
              </a:ext>
            </a:extLst>
          </p:cNvPr>
          <p:cNvPicPr>
            <a:picLocks noChangeAspect="1"/>
          </p:cNvPicPr>
          <p:nvPr userDrawn="1"/>
        </p:nvPicPr>
        <p:blipFill rotWithShape="1">
          <a:blip r:embed="rId4"/>
          <a:srcRect l="73491" t="1" b="17458"/>
          <a:stretch/>
        </p:blipFill>
        <p:spPr>
          <a:xfrm>
            <a:off x="10562253" y="6211314"/>
            <a:ext cx="1629747" cy="541406"/>
          </a:xfrm>
          <a:prstGeom prst="rect">
            <a:avLst/>
          </a:prstGeom>
        </p:spPr>
      </p:pic>
      <p:pic>
        <p:nvPicPr>
          <p:cNvPr id="15" name="Picture 14">
            <a:extLst>
              <a:ext uri="{FF2B5EF4-FFF2-40B4-BE49-F238E27FC236}">
                <a16:creationId xmlns:a16="http://schemas.microsoft.com/office/drawing/2014/main" id="{23A6258B-8E5B-1930-3CF7-E7122512CECB}"/>
              </a:ext>
            </a:extLst>
          </p:cNvPr>
          <p:cNvPicPr>
            <a:picLocks/>
          </p:cNvPicPr>
          <p:nvPr userDrawn="1"/>
        </p:nvPicPr>
        <p:blipFill rotWithShape="1">
          <a:blip r:embed="rId4"/>
          <a:srcRect l="-1" t="86953" r="-1250"/>
          <a:stretch/>
        </p:blipFill>
        <p:spPr>
          <a:xfrm>
            <a:off x="0" y="6749434"/>
            <a:ext cx="12344400" cy="109728"/>
          </a:xfrm>
          <a:prstGeom prst="rect">
            <a:avLst/>
          </a:prstGeom>
        </p:spPr>
      </p:pic>
      <p:pic>
        <p:nvPicPr>
          <p:cNvPr id="8" name="Picture 7">
            <a:extLst>
              <a:ext uri="{FF2B5EF4-FFF2-40B4-BE49-F238E27FC236}">
                <a16:creationId xmlns:a16="http://schemas.microsoft.com/office/drawing/2014/main" id="{355BE124-6F07-D357-9BE7-7E8B3206A607}"/>
              </a:ext>
            </a:extLst>
          </p:cNvPr>
          <p:cNvPicPr>
            <a:picLocks noChangeAspect="1"/>
          </p:cNvPicPr>
          <p:nvPr userDrawn="1"/>
        </p:nvPicPr>
        <p:blipFill rotWithShape="1">
          <a:blip r:embed="rId5"/>
          <a:srcRect t="-6448" b="2492"/>
          <a:stretch/>
        </p:blipFill>
        <p:spPr>
          <a:xfrm>
            <a:off x="228600" y="6038851"/>
            <a:ext cx="1939903" cy="634002"/>
          </a:xfrm>
          <a:prstGeom prst="rect">
            <a:avLst/>
          </a:prstGeom>
        </p:spPr>
      </p:pic>
    </p:spTree>
    <p:custDataLst>
      <p:tags r:id="rId1"/>
    </p:custDataLst>
    <p:extLst>
      <p:ext uri="{BB962C8B-B14F-4D97-AF65-F5344CB8AC3E}">
        <p14:creationId xmlns:p14="http://schemas.microsoft.com/office/powerpoint/2010/main" val="8974535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1D0953-D6F4-F54D-F9F6-EDBAF2A241B5}"/>
              </a:ext>
            </a:extLst>
          </p:cNvPr>
          <p:cNvPicPr>
            <a:picLocks noChangeAspect="1"/>
          </p:cNvPicPr>
          <p:nvPr userDrawn="1"/>
        </p:nvPicPr>
        <p:blipFill>
          <a:blip r:embed="rId3">
            <a:alphaModFix amt="50000"/>
          </a:blip>
          <a:srcRect/>
          <a:stretch/>
        </p:blipFill>
        <p:spPr>
          <a:xfrm>
            <a:off x="0" y="0"/>
            <a:ext cx="12191998" cy="6857998"/>
          </a:xfrm>
          <a:prstGeom prst="rect">
            <a:avLst/>
          </a:prstGeom>
        </p:spPr>
      </p:pic>
      <p:sp>
        <p:nvSpPr>
          <p:cNvPr id="2" name="Title 1">
            <a:extLst>
              <a:ext uri="{FF2B5EF4-FFF2-40B4-BE49-F238E27FC236}">
                <a16:creationId xmlns:a16="http://schemas.microsoft.com/office/drawing/2014/main" id="{00CDD08A-B26E-552C-3DEF-4BC0413FA221}"/>
              </a:ext>
            </a:extLst>
          </p:cNvPr>
          <p:cNvSpPr>
            <a:spLocks noGrp="1"/>
          </p:cNvSpPr>
          <p:nvPr>
            <p:ph type="title"/>
          </p:nvPr>
        </p:nvSpPr>
        <p:spPr>
          <a:xfrm>
            <a:off x="228600" y="365125"/>
            <a:ext cx="11772900" cy="1247811"/>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4BBB5AF-FB25-8A5D-3D9F-4636345281B6}"/>
              </a:ext>
            </a:extLst>
          </p:cNvPr>
          <p:cNvSpPr>
            <a:spLocks noGrp="1"/>
          </p:cNvSpPr>
          <p:nvPr>
            <p:ph type="body" orient="vert" idx="1"/>
          </p:nvPr>
        </p:nvSpPr>
        <p:spPr>
          <a:xfrm>
            <a:off x="228600" y="1825625"/>
            <a:ext cx="11772900" cy="413272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Picture 5">
            <a:extLst>
              <a:ext uri="{FF2B5EF4-FFF2-40B4-BE49-F238E27FC236}">
                <a16:creationId xmlns:a16="http://schemas.microsoft.com/office/drawing/2014/main" id="{FB698C13-D0C4-891F-58B9-6B456B24928D}"/>
              </a:ext>
            </a:extLst>
          </p:cNvPr>
          <p:cNvPicPr>
            <a:picLocks noChangeAspect="1"/>
          </p:cNvPicPr>
          <p:nvPr userDrawn="1"/>
        </p:nvPicPr>
        <p:blipFill rotWithShape="1">
          <a:blip r:embed="rId4"/>
          <a:srcRect l="73491" t="1" b="17458"/>
          <a:stretch/>
        </p:blipFill>
        <p:spPr>
          <a:xfrm>
            <a:off x="10562253" y="6211314"/>
            <a:ext cx="1629747" cy="541406"/>
          </a:xfrm>
          <a:prstGeom prst="rect">
            <a:avLst/>
          </a:prstGeom>
        </p:spPr>
      </p:pic>
      <p:pic>
        <p:nvPicPr>
          <p:cNvPr id="11" name="Picture 10">
            <a:extLst>
              <a:ext uri="{FF2B5EF4-FFF2-40B4-BE49-F238E27FC236}">
                <a16:creationId xmlns:a16="http://schemas.microsoft.com/office/drawing/2014/main" id="{BF41DDE0-BB67-CBA2-4A0B-92ABCD5E1D6F}"/>
              </a:ext>
            </a:extLst>
          </p:cNvPr>
          <p:cNvPicPr>
            <a:picLocks/>
          </p:cNvPicPr>
          <p:nvPr userDrawn="1"/>
        </p:nvPicPr>
        <p:blipFill rotWithShape="1">
          <a:blip r:embed="rId4"/>
          <a:srcRect l="-1" t="86953" r="-1250"/>
          <a:stretch/>
        </p:blipFill>
        <p:spPr>
          <a:xfrm>
            <a:off x="0" y="6749434"/>
            <a:ext cx="12344400" cy="109728"/>
          </a:xfrm>
          <a:prstGeom prst="rect">
            <a:avLst/>
          </a:prstGeom>
        </p:spPr>
      </p:pic>
      <p:pic>
        <p:nvPicPr>
          <p:cNvPr id="7" name="Picture 6">
            <a:extLst>
              <a:ext uri="{FF2B5EF4-FFF2-40B4-BE49-F238E27FC236}">
                <a16:creationId xmlns:a16="http://schemas.microsoft.com/office/drawing/2014/main" id="{0C191E94-74C8-CC1A-55CB-01EF8B4588D0}"/>
              </a:ext>
            </a:extLst>
          </p:cNvPr>
          <p:cNvPicPr>
            <a:picLocks noChangeAspect="1"/>
          </p:cNvPicPr>
          <p:nvPr userDrawn="1"/>
        </p:nvPicPr>
        <p:blipFill rotWithShape="1">
          <a:blip r:embed="rId5"/>
          <a:srcRect t="-19648" b="2492"/>
          <a:stretch/>
        </p:blipFill>
        <p:spPr>
          <a:xfrm>
            <a:off x="228600" y="5958349"/>
            <a:ext cx="1939903" cy="714504"/>
          </a:xfrm>
          <a:prstGeom prst="rect">
            <a:avLst/>
          </a:prstGeom>
        </p:spPr>
      </p:pic>
    </p:spTree>
    <p:custDataLst>
      <p:tags r:id="rId1"/>
    </p:custDataLst>
    <p:extLst>
      <p:ext uri="{BB962C8B-B14F-4D97-AF65-F5344CB8AC3E}">
        <p14:creationId xmlns:p14="http://schemas.microsoft.com/office/powerpoint/2010/main" val="402036259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827E0E0-6AC5-826D-2018-6D3F1AB9E856}"/>
              </a:ext>
            </a:extLst>
          </p:cNvPr>
          <p:cNvPicPr>
            <a:picLocks noChangeAspect="1"/>
          </p:cNvPicPr>
          <p:nvPr userDrawn="1"/>
        </p:nvPicPr>
        <p:blipFill>
          <a:blip r:embed="rId3">
            <a:alphaModFix amt="50000"/>
          </a:blip>
          <a:srcRect/>
          <a:stretch/>
        </p:blipFill>
        <p:spPr>
          <a:xfrm>
            <a:off x="0" y="0"/>
            <a:ext cx="12191998" cy="6857998"/>
          </a:xfrm>
          <a:prstGeom prst="rect">
            <a:avLst/>
          </a:prstGeom>
        </p:spPr>
      </p:pic>
      <p:sp>
        <p:nvSpPr>
          <p:cNvPr id="2" name="Vertical Title 1">
            <a:extLst>
              <a:ext uri="{FF2B5EF4-FFF2-40B4-BE49-F238E27FC236}">
                <a16:creationId xmlns:a16="http://schemas.microsoft.com/office/drawing/2014/main" id="{88FC8157-7D5D-C078-0247-A05AF03A83A4}"/>
              </a:ext>
            </a:extLst>
          </p:cNvPr>
          <p:cNvSpPr>
            <a:spLocks noGrp="1"/>
          </p:cNvSpPr>
          <p:nvPr>
            <p:ph type="title" orient="vert"/>
          </p:nvPr>
        </p:nvSpPr>
        <p:spPr>
          <a:xfrm>
            <a:off x="9753600" y="365125"/>
            <a:ext cx="2247900" cy="5593223"/>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3E6D2D7-C4BB-C86F-0B19-47136F668B74}"/>
              </a:ext>
            </a:extLst>
          </p:cNvPr>
          <p:cNvSpPr>
            <a:spLocks noGrp="1"/>
          </p:cNvSpPr>
          <p:nvPr>
            <p:ph type="body" orient="vert" idx="1"/>
          </p:nvPr>
        </p:nvSpPr>
        <p:spPr>
          <a:xfrm>
            <a:off x="228601" y="365125"/>
            <a:ext cx="9334500" cy="559322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Picture 5">
            <a:extLst>
              <a:ext uri="{FF2B5EF4-FFF2-40B4-BE49-F238E27FC236}">
                <a16:creationId xmlns:a16="http://schemas.microsoft.com/office/drawing/2014/main" id="{B4BE3E8B-614A-865E-D1EB-B7EA0C3B892B}"/>
              </a:ext>
            </a:extLst>
          </p:cNvPr>
          <p:cNvPicPr>
            <a:picLocks noChangeAspect="1"/>
          </p:cNvPicPr>
          <p:nvPr userDrawn="1"/>
        </p:nvPicPr>
        <p:blipFill rotWithShape="1">
          <a:blip r:embed="rId4"/>
          <a:srcRect l="73491" t="1" b="17458"/>
          <a:stretch/>
        </p:blipFill>
        <p:spPr>
          <a:xfrm>
            <a:off x="10562253" y="6211314"/>
            <a:ext cx="1629747" cy="541406"/>
          </a:xfrm>
          <a:prstGeom prst="rect">
            <a:avLst/>
          </a:prstGeom>
        </p:spPr>
      </p:pic>
      <p:pic>
        <p:nvPicPr>
          <p:cNvPr id="11" name="Picture 10">
            <a:extLst>
              <a:ext uri="{FF2B5EF4-FFF2-40B4-BE49-F238E27FC236}">
                <a16:creationId xmlns:a16="http://schemas.microsoft.com/office/drawing/2014/main" id="{62ACF453-5155-43EC-7EB4-E7059AB556D5}"/>
              </a:ext>
            </a:extLst>
          </p:cNvPr>
          <p:cNvPicPr>
            <a:picLocks/>
          </p:cNvPicPr>
          <p:nvPr userDrawn="1"/>
        </p:nvPicPr>
        <p:blipFill rotWithShape="1">
          <a:blip r:embed="rId4"/>
          <a:srcRect l="-1" t="86953" r="-1250"/>
          <a:stretch/>
        </p:blipFill>
        <p:spPr>
          <a:xfrm>
            <a:off x="0" y="6749434"/>
            <a:ext cx="12344400" cy="109728"/>
          </a:xfrm>
          <a:prstGeom prst="rect">
            <a:avLst/>
          </a:prstGeom>
        </p:spPr>
      </p:pic>
      <p:pic>
        <p:nvPicPr>
          <p:cNvPr id="7" name="Picture 6">
            <a:extLst>
              <a:ext uri="{FF2B5EF4-FFF2-40B4-BE49-F238E27FC236}">
                <a16:creationId xmlns:a16="http://schemas.microsoft.com/office/drawing/2014/main" id="{18536A7F-DE03-AF40-9E04-10B7D8FF819F}"/>
              </a:ext>
            </a:extLst>
          </p:cNvPr>
          <p:cNvPicPr>
            <a:picLocks noChangeAspect="1"/>
          </p:cNvPicPr>
          <p:nvPr userDrawn="1"/>
        </p:nvPicPr>
        <p:blipFill rotWithShape="1">
          <a:blip r:embed="rId5"/>
          <a:srcRect t="-6448" b="2492"/>
          <a:stretch/>
        </p:blipFill>
        <p:spPr>
          <a:xfrm>
            <a:off x="228600" y="6038851"/>
            <a:ext cx="1939903" cy="634002"/>
          </a:xfrm>
          <a:prstGeom prst="rect">
            <a:avLst/>
          </a:prstGeom>
        </p:spPr>
      </p:pic>
    </p:spTree>
    <p:custDataLst>
      <p:tags r:id="rId1"/>
    </p:custDataLst>
    <p:extLst>
      <p:ext uri="{BB962C8B-B14F-4D97-AF65-F5344CB8AC3E}">
        <p14:creationId xmlns:p14="http://schemas.microsoft.com/office/powerpoint/2010/main" val="34254129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 preserve="1">
  <p:cSld name="1_Title Slide">
    <p:bg>
      <p:bgPr>
        <a:solidFill>
          <a:schemeClr val="bg1"/>
        </a:solidFill>
        <a:effectLst/>
      </p:bgPr>
    </p:bg>
    <p:spTree>
      <p:nvGrpSpPr>
        <p:cNvPr id="1" name=""/>
        <p:cNvGrpSpPr/>
        <p:nvPr/>
      </p:nvGrpSpPr>
      <p:grpSpPr>
        <a:xfrm>
          <a:off x="0" y="0"/>
          <a:ext cx="0" cy="0"/>
          <a:chOff x="0" y="0"/>
          <a:chExt cx="0" cy="0"/>
        </a:xfrm>
      </p:grpSpPr>
      <p:pic>
        <p:nvPicPr>
          <p:cNvPr id="8" name="Picture 7" descr="A red and yellow logo&#10;&#10;Description automatically generated">
            <a:extLst>
              <a:ext uri="{FF2B5EF4-FFF2-40B4-BE49-F238E27FC236}">
                <a16:creationId xmlns:a16="http://schemas.microsoft.com/office/drawing/2014/main" id="{9AD227E2-ABB3-387E-5110-358AA5F3EA72}"/>
              </a:ext>
            </a:extLst>
          </p:cNvPr>
          <p:cNvPicPr>
            <a:picLocks noChangeAspect="1"/>
          </p:cNvPicPr>
          <p:nvPr userDrawn="1"/>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070C2D3A-77BB-A8FE-2470-0E0C7BBB2565}"/>
              </a:ext>
            </a:extLst>
          </p:cNvPr>
          <p:cNvSpPr>
            <a:spLocks noGrp="1"/>
          </p:cNvSpPr>
          <p:nvPr>
            <p:ph type="ctrTitle" hasCustomPrompt="1"/>
          </p:nvPr>
        </p:nvSpPr>
        <p:spPr>
          <a:xfrm>
            <a:off x="609600" y="886927"/>
            <a:ext cx="7993380" cy="2387600"/>
          </a:xfrm>
        </p:spPr>
        <p:txBody>
          <a:bodyPr lIns="0" tIns="0" rIns="0" bIns="0" anchor="b">
            <a:normAutofit/>
          </a:bodyPr>
          <a:lstStyle>
            <a:lvl1pPr algn="l">
              <a:defRPr sz="4800" b="1"/>
            </a:lvl1pPr>
          </a:lstStyle>
          <a:p>
            <a:r>
              <a:rPr lang="en-US"/>
              <a:t>Click to edit End of Slides</a:t>
            </a:r>
          </a:p>
        </p:txBody>
      </p:sp>
      <p:sp>
        <p:nvSpPr>
          <p:cNvPr id="3" name="Subtitle 2">
            <a:extLst>
              <a:ext uri="{FF2B5EF4-FFF2-40B4-BE49-F238E27FC236}">
                <a16:creationId xmlns:a16="http://schemas.microsoft.com/office/drawing/2014/main" id="{E3223444-1C6B-FE12-2E62-3746CED4F4BC}"/>
              </a:ext>
            </a:extLst>
          </p:cNvPr>
          <p:cNvSpPr>
            <a:spLocks noGrp="1"/>
          </p:cNvSpPr>
          <p:nvPr>
            <p:ph type="subTitle" idx="1" hasCustomPrompt="1"/>
          </p:nvPr>
        </p:nvSpPr>
        <p:spPr>
          <a:xfrm>
            <a:off x="609600" y="3429000"/>
            <a:ext cx="7322820" cy="1655762"/>
          </a:xfrm>
        </p:spPr>
        <p:txBody>
          <a:bodyPr lIns="0" tIns="0" rIns="0" bIns="0"/>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end of slides subtitle style</a:t>
            </a:r>
          </a:p>
        </p:txBody>
      </p:sp>
    </p:spTree>
    <p:custDataLst>
      <p:tags r:id="rId1"/>
    </p:custDataLst>
    <p:extLst>
      <p:ext uri="{BB962C8B-B14F-4D97-AF65-F5344CB8AC3E}">
        <p14:creationId xmlns:p14="http://schemas.microsoft.com/office/powerpoint/2010/main" val="179481532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6336" userDrawn="1">
          <p15:clr>
            <a:srgbClr val="FBAE40"/>
          </p15:clr>
        </p15:guide>
        <p15:guide id="3" pos="144"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ags" Target="../tags/tag2.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2FC07E-8634-2FD8-A264-B81327B56DD4}"/>
              </a:ext>
            </a:extLst>
          </p:cNvPr>
          <p:cNvSpPr>
            <a:spLocks noGrp="1"/>
          </p:cNvSpPr>
          <p:nvPr>
            <p:ph type="title"/>
          </p:nvPr>
        </p:nvSpPr>
        <p:spPr>
          <a:xfrm>
            <a:off x="228600" y="365125"/>
            <a:ext cx="117729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9BEBA90-4421-D338-C519-F68919078A11}"/>
              </a:ext>
            </a:extLst>
          </p:cNvPr>
          <p:cNvSpPr>
            <a:spLocks noGrp="1"/>
          </p:cNvSpPr>
          <p:nvPr>
            <p:ph type="body" idx="1"/>
          </p:nvPr>
        </p:nvSpPr>
        <p:spPr>
          <a:xfrm>
            <a:off x="228600" y="1825625"/>
            <a:ext cx="11772900" cy="386505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4951C0-5537-2E5E-A9CC-27B997FCD654}"/>
              </a:ext>
            </a:extLst>
          </p:cNvPr>
          <p:cNvSpPr>
            <a:spLocks noGrp="1"/>
          </p:cNvSpPr>
          <p:nvPr>
            <p:ph type="dt" sz="half" idx="2"/>
          </p:nvPr>
        </p:nvSpPr>
        <p:spPr>
          <a:xfrm>
            <a:off x="228600" y="5822950"/>
            <a:ext cx="1201366" cy="365125"/>
          </a:xfrm>
          <a:prstGeom prst="rect">
            <a:avLst/>
          </a:prstGeom>
        </p:spPr>
        <p:txBody>
          <a:bodyPr vert="horz" lIns="91440" tIns="45720" rIns="91440" bIns="45720" rtlCol="0" anchor="ctr"/>
          <a:lstStyle>
            <a:lvl1pPr algn="l">
              <a:defRPr sz="1500">
                <a:solidFill>
                  <a:schemeClr val="tx1">
                    <a:tint val="82000"/>
                  </a:schemeClr>
                </a:solidFill>
              </a:defRPr>
            </a:lvl1pPr>
          </a:lstStyle>
          <a:p>
            <a:fld id="{E3BEE3B9-A7CD-40EE-80B0-CBDD618D8874}" type="datetime1">
              <a:rPr lang="en-US" smtClean="0"/>
              <a:pPr/>
              <a:t>7/6/2026</a:t>
            </a:fld>
            <a:endParaRPr lang="en-US"/>
          </a:p>
        </p:txBody>
      </p:sp>
      <p:sp>
        <p:nvSpPr>
          <p:cNvPr id="5" name="Footer Placeholder 4">
            <a:extLst>
              <a:ext uri="{FF2B5EF4-FFF2-40B4-BE49-F238E27FC236}">
                <a16:creationId xmlns:a16="http://schemas.microsoft.com/office/drawing/2014/main" id="{56216FB9-592B-599D-5B4C-D130570EAA4F}"/>
              </a:ext>
            </a:extLst>
          </p:cNvPr>
          <p:cNvSpPr>
            <a:spLocks noGrp="1"/>
          </p:cNvSpPr>
          <p:nvPr>
            <p:ph type="ftr" sz="quarter" idx="3"/>
          </p:nvPr>
        </p:nvSpPr>
        <p:spPr>
          <a:xfrm>
            <a:off x="1575881" y="5822950"/>
            <a:ext cx="9708204" cy="365125"/>
          </a:xfrm>
          <a:prstGeom prst="rect">
            <a:avLst/>
          </a:prstGeom>
        </p:spPr>
        <p:txBody>
          <a:bodyPr vert="horz" lIns="91440" tIns="45720" rIns="91440" bIns="45720" rtlCol="0" anchor="ctr"/>
          <a:lstStyle>
            <a:lvl1pPr algn="ctr">
              <a:defRPr sz="1500">
                <a:solidFill>
                  <a:schemeClr val="tx1">
                    <a:tint val="82000"/>
                  </a:schemeClr>
                </a:solidFill>
              </a:defRPr>
            </a:lvl1pPr>
          </a:lstStyle>
          <a:p>
            <a:endParaRPr lang="en-US"/>
          </a:p>
        </p:txBody>
      </p:sp>
      <p:sp>
        <p:nvSpPr>
          <p:cNvPr id="7" name="Slide Number Placeholder 5">
            <a:extLst>
              <a:ext uri="{FF2B5EF4-FFF2-40B4-BE49-F238E27FC236}">
                <a16:creationId xmlns:a16="http://schemas.microsoft.com/office/drawing/2014/main" id="{8C6639F0-B3DE-CC13-6359-3C3FF09DD357}"/>
              </a:ext>
            </a:extLst>
          </p:cNvPr>
          <p:cNvSpPr>
            <a:spLocks noGrp="1"/>
          </p:cNvSpPr>
          <p:nvPr>
            <p:ph type="sldNum" sz="quarter" idx="4"/>
          </p:nvPr>
        </p:nvSpPr>
        <p:spPr>
          <a:xfrm>
            <a:off x="11391088" y="5822950"/>
            <a:ext cx="610411" cy="365125"/>
          </a:xfrm>
          <a:prstGeom prst="rect">
            <a:avLst/>
          </a:prstGeom>
        </p:spPr>
        <p:txBody>
          <a:bodyPr vert="horz" lIns="91440" tIns="45720" rIns="91440" bIns="45720" rtlCol="0" anchor="ctr"/>
          <a:lstStyle>
            <a:lvl1pPr algn="r">
              <a:defRPr sz="1500">
                <a:solidFill>
                  <a:schemeClr val="tx1">
                    <a:tint val="82000"/>
                  </a:schemeClr>
                </a:solidFill>
              </a:defRPr>
            </a:lvl1pPr>
          </a:lstStyle>
          <a:p>
            <a:fld id="{FF41B0BD-F8EC-4301-BC51-0B1750CE8B9F}" type="slidenum">
              <a:rPr lang="en-US" smtClean="0"/>
              <a:pPr/>
              <a:t>‹#›</a:t>
            </a:fld>
            <a:endParaRPr lang="en-US"/>
          </a:p>
        </p:txBody>
      </p:sp>
    </p:spTree>
    <p:custDataLst>
      <p:tags r:id="rId26"/>
    </p:custDataLst>
    <p:extLst>
      <p:ext uri="{BB962C8B-B14F-4D97-AF65-F5344CB8AC3E}">
        <p14:creationId xmlns:p14="http://schemas.microsoft.com/office/powerpoint/2010/main" val="1434742051"/>
      </p:ext>
    </p:extLst>
  </p:cSld>
  <p:clrMap bg1="lt1" tx1="dk1" bg2="lt2" tx2="dk2" accent1="accent1" accent2="accent2" accent3="accent3" accent4="accent4" accent5="accent5" accent6="accent6" hlink="hlink" folHlink="folHlink"/>
  <p:sldLayoutIdLst>
    <p:sldLayoutId id="2147483667" r:id="rId1"/>
    <p:sldLayoutId id="2147483663" r:id="rId2"/>
    <p:sldLayoutId id="2147483665" r:id="rId3"/>
    <p:sldLayoutId id="2147483666" r:id="rId4"/>
    <p:sldLayoutId id="2147483668" r:id="rId5"/>
    <p:sldLayoutId id="2147483671" r:id="rId6"/>
    <p:sldLayoutId id="2147483672" r:id="rId7"/>
    <p:sldLayoutId id="2147483675" r:id="rId8"/>
    <p:sldLayoutId id="2147483673" r:id="rId9"/>
    <p:sldLayoutId id="2147483674" r:id="rId10"/>
    <p:sldLayoutId id="2147483661" r:id="rId11"/>
    <p:sldLayoutId id="2147483650" r:id="rId12"/>
    <p:sldLayoutId id="2147483660" r:id="rId13"/>
    <p:sldLayoutId id="2147483669" r:id="rId14"/>
    <p:sldLayoutId id="2147483652" r:id="rId15"/>
    <p:sldLayoutId id="2147483653" r:id="rId16"/>
    <p:sldLayoutId id="2147483654" r:id="rId17"/>
    <p:sldLayoutId id="2147483676" r:id="rId18"/>
    <p:sldLayoutId id="2147483677" r:id="rId19"/>
    <p:sldLayoutId id="2147483656" r:id="rId20"/>
    <p:sldLayoutId id="2147483657" r:id="rId21"/>
    <p:sldLayoutId id="2147483658" r:id="rId22"/>
    <p:sldLayoutId id="2147483659" r:id="rId23"/>
    <p:sldLayoutId id="2147483662" r:id="rId2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144" userDrawn="1">
          <p15:clr>
            <a:srgbClr val="F26B43"/>
          </p15:clr>
        </p15:guide>
        <p15:guide id="4" pos="7560" userDrawn="1">
          <p15:clr>
            <a:srgbClr val="F26B43"/>
          </p15:clr>
        </p15:guide>
        <p15:guide id="6" orient="horz" pos="408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slideLayout" Target="../slideLayouts/slideLayout15.xml"/><Relationship Id="rId1" Type="http://schemas.openxmlformats.org/officeDocument/2006/relationships/tags" Target="../tags/tag28.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slideLayout" Target="../slideLayouts/slideLayout15.xml"/><Relationship Id="rId1" Type="http://schemas.openxmlformats.org/officeDocument/2006/relationships/tags" Target="../tags/tag29.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slideLayout" Target="../slideLayouts/slideLayout10.xml"/><Relationship Id="rId1" Type="http://schemas.openxmlformats.org/officeDocument/2006/relationships/tags" Target="../tags/tag30.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8" Type="http://schemas.openxmlformats.org/officeDocument/2006/relationships/diagramData" Target="../diagrams/data6.xml"/><Relationship Id="rId3" Type="http://schemas.openxmlformats.org/officeDocument/2006/relationships/diagramData" Target="../diagrams/data5.xml"/><Relationship Id="rId7" Type="http://schemas.microsoft.com/office/2007/relationships/diagramDrawing" Target="../diagrams/drawing5.xml"/><Relationship Id="rId12" Type="http://schemas.microsoft.com/office/2007/relationships/diagramDrawing" Target="../diagrams/drawing6.xml"/><Relationship Id="rId2" Type="http://schemas.openxmlformats.org/officeDocument/2006/relationships/slideLayout" Target="../slideLayouts/slideLayout15.xml"/><Relationship Id="rId1" Type="http://schemas.openxmlformats.org/officeDocument/2006/relationships/tags" Target="../tags/tag31.xml"/><Relationship Id="rId6" Type="http://schemas.openxmlformats.org/officeDocument/2006/relationships/diagramColors" Target="../diagrams/colors5.xml"/><Relationship Id="rId11" Type="http://schemas.openxmlformats.org/officeDocument/2006/relationships/diagramColors" Target="../diagrams/colors6.xml"/><Relationship Id="rId5" Type="http://schemas.openxmlformats.org/officeDocument/2006/relationships/diagramQuickStyle" Target="../diagrams/quickStyle5.xml"/><Relationship Id="rId10" Type="http://schemas.openxmlformats.org/officeDocument/2006/relationships/diagramQuickStyle" Target="../diagrams/quickStyle6.xml"/><Relationship Id="rId4" Type="http://schemas.openxmlformats.org/officeDocument/2006/relationships/diagramLayout" Target="../diagrams/layout5.xml"/><Relationship Id="rId9" Type="http://schemas.openxmlformats.org/officeDocument/2006/relationships/diagramLayout" Target="../diagrams/layout6.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slideLayout" Target="../slideLayouts/slideLayout15.xml"/><Relationship Id="rId1" Type="http://schemas.openxmlformats.org/officeDocument/2006/relationships/tags" Target="../tags/tag3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slideLayout" Target="../slideLayouts/slideLayout10.xml"/><Relationship Id="rId1" Type="http://schemas.openxmlformats.org/officeDocument/2006/relationships/tags" Target="../tags/tag33.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8FF18C0-29A4-8807-0A8F-B265F84FD11B}"/>
              </a:ext>
            </a:extLst>
          </p:cNvPr>
          <p:cNvSpPr>
            <a:spLocks noGrp="1"/>
          </p:cNvSpPr>
          <p:nvPr>
            <p:ph type="ctrTitle"/>
          </p:nvPr>
        </p:nvSpPr>
        <p:spPr/>
        <p:txBody>
          <a:bodyPr/>
          <a:lstStyle/>
          <a:p>
            <a:pPr algn="ctr"/>
            <a:r>
              <a:rPr lang="en-US" dirty="0"/>
              <a:t>POC - Case 1</a:t>
            </a:r>
            <a:endParaRPr lang="en-MY" dirty="0"/>
          </a:p>
        </p:txBody>
      </p:sp>
      <p:sp>
        <p:nvSpPr>
          <p:cNvPr id="5" name="Subtitle 4">
            <a:extLst>
              <a:ext uri="{FF2B5EF4-FFF2-40B4-BE49-F238E27FC236}">
                <a16:creationId xmlns:a16="http://schemas.microsoft.com/office/drawing/2014/main" id="{B841F747-2A8A-0CD0-0800-4B582430F0A7}"/>
              </a:ext>
            </a:extLst>
          </p:cNvPr>
          <p:cNvSpPr>
            <a:spLocks noGrp="1"/>
          </p:cNvSpPr>
          <p:nvPr>
            <p:ph type="subTitle" idx="1"/>
          </p:nvPr>
        </p:nvSpPr>
        <p:spPr/>
        <p:txBody>
          <a:bodyPr/>
          <a:lstStyle/>
          <a:p>
            <a:pPr algn="ctr"/>
            <a:r>
              <a:rPr lang="en-US" dirty="0"/>
              <a:t>Credit Facilities</a:t>
            </a:r>
            <a:endParaRPr lang="en-MY" dirty="0"/>
          </a:p>
        </p:txBody>
      </p:sp>
    </p:spTree>
    <p:extLst>
      <p:ext uri="{BB962C8B-B14F-4D97-AF65-F5344CB8AC3E}">
        <p14:creationId xmlns:p14="http://schemas.microsoft.com/office/powerpoint/2010/main" val="10066397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8F98AFC-6925-3B4D-43D0-9756B1C69906}"/>
              </a:ext>
            </a:extLst>
          </p:cNvPr>
          <p:cNvSpPr>
            <a:spLocks noGrp="1"/>
          </p:cNvSpPr>
          <p:nvPr>
            <p:ph type="title"/>
          </p:nvPr>
        </p:nvSpPr>
        <p:spPr/>
        <p:txBody>
          <a:bodyPr/>
          <a:lstStyle/>
          <a:p>
            <a:r>
              <a:rPr lang="en-US" b="1" dirty="0"/>
              <a:t>Purpose</a:t>
            </a:r>
            <a:endParaRPr lang="en-MY" b="1" dirty="0"/>
          </a:p>
        </p:txBody>
      </p:sp>
      <p:sp>
        <p:nvSpPr>
          <p:cNvPr id="6" name="Content Placeholder 5">
            <a:extLst>
              <a:ext uri="{FF2B5EF4-FFF2-40B4-BE49-F238E27FC236}">
                <a16:creationId xmlns:a16="http://schemas.microsoft.com/office/drawing/2014/main" id="{D651E320-68CD-2071-21F5-404464932882}"/>
              </a:ext>
            </a:extLst>
          </p:cNvPr>
          <p:cNvSpPr>
            <a:spLocks noGrp="1"/>
          </p:cNvSpPr>
          <p:nvPr>
            <p:ph sz="half" idx="2"/>
          </p:nvPr>
        </p:nvSpPr>
        <p:spPr>
          <a:xfrm>
            <a:off x="228601" y="1415143"/>
            <a:ext cx="5715000" cy="4543205"/>
          </a:xfrm>
        </p:spPr>
        <p:txBody>
          <a:bodyPr>
            <a:normAutofit/>
          </a:bodyPr>
          <a:lstStyle/>
          <a:p>
            <a:r>
              <a:rPr lang="en-MY" sz="2200" dirty="0"/>
              <a:t>The Letter of Offer (LO) is a critical customer-facing document that formalizes approved credit facilities and terms.</a:t>
            </a:r>
          </a:p>
          <a:p>
            <a:r>
              <a:rPr lang="en-MY" sz="2200" dirty="0"/>
              <a:t>Recent testing identified several discrepancies between the approved Credit Paper and the issued LO, together with weaknesses in the Maker-Checker review process.</a:t>
            </a:r>
          </a:p>
          <a:p>
            <a:r>
              <a:rPr lang="en-MY" sz="2200" dirty="0"/>
              <a:t>The aims to assess whether AI can assist in identifying control breaches and exceptions during LO preparation and review.</a:t>
            </a:r>
          </a:p>
        </p:txBody>
      </p:sp>
      <p:sp>
        <p:nvSpPr>
          <p:cNvPr id="7" name="Text Placeholder 6">
            <a:extLst>
              <a:ext uri="{FF2B5EF4-FFF2-40B4-BE49-F238E27FC236}">
                <a16:creationId xmlns:a16="http://schemas.microsoft.com/office/drawing/2014/main" id="{B5035512-96A7-407B-D8B1-5985AB430DBF}"/>
              </a:ext>
            </a:extLst>
          </p:cNvPr>
          <p:cNvSpPr>
            <a:spLocks noGrp="1"/>
          </p:cNvSpPr>
          <p:nvPr>
            <p:ph type="body" sz="quarter" idx="3"/>
          </p:nvPr>
        </p:nvSpPr>
        <p:spPr>
          <a:xfrm>
            <a:off x="6369899" y="669925"/>
            <a:ext cx="5715000" cy="681735"/>
          </a:xfrm>
        </p:spPr>
        <p:txBody>
          <a:bodyPr>
            <a:normAutofit lnSpcReduction="10000"/>
          </a:bodyPr>
          <a:lstStyle/>
          <a:p>
            <a:pPr>
              <a:spcBef>
                <a:spcPct val="0"/>
              </a:spcBef>
            </a:pPr>
            <a:r>
              <a:rPr lang="en-US" sz="4400" dirty="0">
                <a:latin typeface="+mj-lt"/>
                <a:ea typeface="+mj-ea"/>
                <a:cs typeface="+mj-cs"/>
              </a:rPr>
              <a:t>Scope of Review</a:t>
            </a:r>
            <a:endParaRPr lang="en-MY" sz="4400" dirty="0">
              <a:latin typeface="+mj-lt"/>
              <a:ea typeface="+mj-ea"/>
              <a:cs typeface="+mj-cs"/>
            </a:endParaRPr>
          </a:p>
        </p:txBody>
      </p:sp>
      <p:sp>
        <p:nvSpPr>
          <p:cNvPr id="8" name="Content Placeholder 7">
            <a:extLst>
              <a:ext uri="{FF2B5EF4-FFF2-40B4-BE49-F238E27FC236}">
                <a16:creationId xmlns:a16="http://schemas.microsoft.com/office/drawing/2014/main" id="{A67FAC91-C8B0-B9F5-2A14-17C9507FB6A1}"/>
              </a:ext>
            </a:extLst>
          </p:cNvPr>
          <p:cNvSpPr>
            <a:spLocks noGrp="1"/>
          </p:cNvSpPr>
          <p:nvPr>
            <p:ph sz="quarter" idx="4"/>
          </p:nvPr>
        </p:nvSpPr>
        <p:spPr>
          <a:xfrm>
            <a:off x="6282813" y="1481341"/>
            <a:ext cx="5715000" cy="4524171"/>
          </a:xfrm>
        </p:spPr>
        <p:txBody>
          <a:bodyPr>
            <a:normAutofit fontScale="92500" lnSpcReduction="10000"/>
          </a:bodyPr>
          <a:lstStyle/>
          <a:p>
            <a:pPr marL="0" indent="0">
              <a:buNone/>
            </a:pPr>
            <a:r>
              <a:rPr lang="en-MY" sz="1800" dirty="0"/>
              <a:t>✓ Facility Amount</a:t>
            </a:r>
          </a:p>
          <a:p>
            <a:pPr marL="0" indent="0">
              <a:buNone/>
            </a:pPr>
            <a:r>
              <a:rPr lang="en-MY" sz="1800" dirty="0"/>
              <a:t>✓ Facility Purpose</a:t>
            </a:r>
          </a:p>
          <a:p>
            <a:pPr marL="0" indent="0">
              <a:buNone/>
            </a:pPr>
            <a:r>
              <a:rPr lang="en-MY" sz="1800" dirty="0"/>
              <a:t>✓ Pricing / Profit Rate</a:t>
            </a:r>
          </a:p>
          <a:p>
            <a:pPr marL="0" indent="0">
              <a:buNone/>
            </a:pPr>
            <a:r>
              <a:rPr lang="en-MY" sz="1800" dirty="0"/>
              <a:t>✓ Facility Tenure</a:t>
            </a:r>
          </a:p>
          <a:p>
            <a:pPr marL="0" indent="0">
              <a:buNone/>
            </a:pPr>
            <a:r>
              <a:rPr lang="en-MY" sz="1800" dirty="0"/>
              <a:t>✓ Special Conditions if applicable:</a:t>
            </a:r>
          </a:p>
          <a:p>
            <a:pPr marL="400050" indent="-400050">
              <a:buFont typeface="+mj-lt"/>
              <a:buAutoNum type="romanLcPeriod"/>
            </a:pPr>
            <a:r>
              <a:rPr lang="en-US" sz="1800" dirty="0"/>
              <a:t>Verify all special conditions stated in the approved Credit Paper are reflected in the Letter Offer (LO).</a:t>
            </a:r>
            <a:endParaRPr lang="en-MY" sz="1800" dirty="0"/>
          </a:p>
          <a:p>
            <a:pPr marL="0" indent="0">
              <a:buNone/>
            </a:pPr>
            <a:r>
              <a:rPr lang="en-MY" sz="1800" dirty="0"/>
              <a:t>✓ Customer Information :</a:t>
            </a:r>
          </a:p>
          <a:p>
            <a:pPr marL="400050" indent="-400050">
              <a:buFont typeface="+mj-lt"/>
              <a:buAutoNum type="romanLcPeriod"/>
            </a:pPr>
            <a:r>
              <a:rPr lang="en-MY" sz="1800" dirty="0"/>
              <a:t>Customer name</a:t>
            </a:r>
          </a:p>
          <a:p>
            <a:pPr marL="400050" indent="-400050">
              <a:buFont typeface="+mj-lt"/>
              <a:buAutoNum type="romanLcPeriod"/>
            </a:pPr>
            <a:r>
              <a:rPr lang="en-MY" sz="1800" dirty="0"/>
              <a:t>Customer IC</a:t>
            </a:r>
          </a:p>
          <a:p>
            <a:pPr marL="400050" indent="-400050">
              <a:buFont typeface="+mj-lt"/>
              <a:buAutoNum type="romanLcPeriod"/>
            </a:pPr>
            <a:r>
              <a:rPr lang="en-MY" sz="1800" dirty="0"/>
              <a:t>Customer Address</a:t>
            </a:r>
          </a:p>
          <a:p>
            <a:pPr marL="400050" indent="-400050">
              <a:buFont typeface="+mj-lt"/>
              <a:buAutoNum type="romanLcPeriod"/>
            </a:pPr>
            <a:r>
              <a:rPr lang="en-MY" sz="1800" dirty="0"/>
              <a:t>Contact Details</a:t>
            </a:r>
          </a:p>
          <a:p>
            <a:pPr marL="0" indent="0">
              <a:buNone/>
            </a:pPr>
            <a:r>
              <a:rPr lang="en-MY" sz="1800" dirty="0"/>
              <a:t>✓ Letterhead Accuracy</a:t>
            </a:r>
          </a:p>
          <a:p>
            <a:pPr marL="0" indent="0">
              <a:buNone/>
            </a:pPr>
            <a:r>
              <a:rPr lang="en-MY" sz="1800" dirty="0"/>
              <a:t>✓ LO Issuance Date</a:t>
            </a:r>
          </a:p>
          <a:p>
            <a:endParaRPr lang="en-MY" dirty="0"/>
          </a:p>
        </p:txBody>
      </p:sp>
      <p:sp>
        <p:nvSpPr>
          <p:cNvPr id="2" name="Slide Number Placeholder 1">
            <a:extLst>
              <a:ext uri="{FF2B5EF4-FFF2-40B4-BE49-F238E27FC236}">
                <a16:creationId xmlns:a16="http://schemas.microsoft.com/office/drawing/2014/main" id="{A916F507-BD66-7501-1D30-1C77A1A84EB1}"/>
              </a:ext>
            </a:extLst>
          </p:cNvPr>
          <p:cNvSpPr>
            <a:spLocks noGrp="1"/>
          </p:cNvSpPr>
          <p:nvPr>
            <p:ph type="sldNum" sz="quarter" idx="12"/>
          </p:nvPr>
        </p:nvSpPr>
        <p:spPr/>
        <p:txBody>
          <a:bodyPr/>
          <a:lstStyle/>
          <a:p>
            <a:fld id="{FF41B0BD-F8EC-4301-BC51-0B1750CE8B9F}" type="slidenum">
              <a:rPr lang="en-US" smtClean="0"/>
              <a:pPr/>
              <a:t>2</a:t>
            </a:fld>
            <a:endParaRPr lang="en-US"/>
          </a:p>
        </p:txBody>
      </p:sp>
    </p:spTree>
    <p:extLst>
      <p:ext uri="{BB962C8B-B14F-4D97-AF65-F5344CB8AC3E}">
        <p14:creationId xmlns:p14="http://schemas.microsoft.com/office/powerpoint/2010/main" val="16888366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FC404-C5B1-5A27-2B36-5723A88B2632}"/>
              </a:ext>
            </a:extLst>
          </p:cNvPr>
          <p:cNvSpPr>
            <a:spLocks noGrp="1"/>
          </p:cNvSpPr>
          <p:nvPr>
            <p:ph type="title"/>
          </p:nvPr>
        </p:nvSpPr>
        <p:spPr/>
        <p:txBody>
          <a:bodyPr>
            <a:normAutofit/>
          </a:bodyPr>
          <a:lstStyle/>
          <a:p>
            <a:r>
              <a:rPr lang="en-US" sz="4000" b="1" dirty="0"/>
              <a:t>As Is Process :</a:t>
            </a:r>
            <a:endParaRPr lang="en-MY" sz="4000" b="1" dirty="0"/>
          </a:p>
        </p:txBody>
      </p:sp>
      <p:sp>
        <p:nvSpPr>
          <p:cNvPr id="8" name="Content Placeholder 7">
            <a:extLst>
              <a:ext uri="{FF2B5EF4-FFF2-40B4-BE49-F238E27FC236}">
                <a16:creationId xmlns:a16="http://schemas.microsoft.com/office/drawing/2014/main" id="{A11277F1-7172-135E-4BFF-6B7FFE2B2A1E}"/>
              </a:ext>
            </a:extLst>
          </p:cNvPr>
          <p:cNvSpPr>
            <a:spLocks noGrp="1"/>
          </p:cNvSpPr>
          <p:nvPr>
            <p:ph idx="1"/>
          </p:nvPr>
        </p:nvSpPr>
        <p:spPr>
          <a:xfrm>
            <a:off x="6433458" y="1251593"/>
            <a:ext cx="4957630" cy="5010453"/>
          </a:xfrm>
        </p:spPr>
        <p:txBody>
          <a:bodyPr>
            <a:normAutofit fontScale="55000" lnSpcReduction="20000"/>
          </a:bodyPr>
          <a:lstStyle/>
          <a:p>
            <a:pPr marL="0" indent="0">
              <a:buNone/>
            </a:pPr>
            <a:endParaRPr lang="en-US" b="1" u="sng" dirty="0"/>
          </a:p>
          <a:p>
            <a:pPr marL="0" indent="0">
              <a:buNone/>
            </a:pPr>
            <a:r>
              <a:rPr lang="en-US" sz="3300" b="1" dirty="0"/>
              <a:t>Step 3 – Testing</a:t>
            </a:r>
            <a:endParaRPr lang="en-US" sz="3300" dirty="0"/>
          </a:p>
          <a:p>
            <a:pPr marL="514350" indent="-514350">
              <a:buAutoNum type="arabicPeriod"/>
            </a:pPr>
            <a:r>
              <a:rPr lang="en-US" dirty="0"/>
              <a:t>Perform testing based on the KCT testing procedure. </a:t>
            </a:r>
          </a:p>
          <a:p>
            <a:pPr marL="514350" indent="-514350">
              <a:buAutoNum type="arabicPeriod"/>
            </a:pPr>
            <a:r>
              <a:rPr lang="en-US" dirty="0"/>
              <a:t>Record the testing results and supporting evidence in the KCT working paper (Excell) </a:t>
            </a:r>
          </a:p>
          <a:p>
            <a:pPr marL="514350" indent="-514350">
              <a:buAutoNum type="arabicPeriod"/>
            </a:pPr>
            <a:r>
              <a:rPr lang="en-US" dirty="0"/>
              <a:t>Investigate and discuss any exceptions or issues found during testing. </a:t>
            </a:r>
          </a:p>
          <a:p>
            <a:pPr marL="0" indent="0">
              <a:buNone/>
            </a:pPr>
            <a:endParaRPr lang="en-US" b="1" u="sng" dirty="0"/>
          </a:p>
          <a:p>
            <a:pPr marL="0" indent="0">
              <a:buNone/>
            </a:pPr>
            <a:r>
              <a:rPr lang="en-US" sz="3300" b="1" dirty="0"/>
              <a:t>Step 4 – Conclusion</a:t>
            </a:r>
            <a:endParaRPr lang="en-US" sz="3300" dirty="0"/>
          </a:p>
          <a:p>
            <a:pPr marL="514350" indent="-514350">
              <a:buAutoNum type="arabicPeriod"/>
            </a:pPr>
            <a:r>
              <a:rPr lang="en-US" dirty="0"/>
              <a:t>Re-validate if the explanation and evidence are enough to explain the exceptions.</a:t>
            </a:r>
          </a:p>
          <a:p>
            <a:pPr marL="514350" indent="-514350">
              <a:buAutoNum type="arabicPeriod"/>
            </a:pPr>
            <a:r>
              <a:rPr lang="en-US" dirty="0"/>
              <a:t>Conclude the test result: </a:t>
            </a:r>
          </a:p>
          <a:p>
            <a:pPr marL="0" indent="0">
              <a:buNone/>
            </a:pPr>
            <a:r>
              <a:rPr lang="en-US" dirty="0"/>
              <a:t>                            </a:t>
            </a:r>
            <a:r>
              <a:rPr lang="en-US" dirty="0" err="1"/>
              <a:t>i</a:t>
            </a:r>
            <a:r>
              <a:rPr lang="en-US" dirty="0"/>
              <a:t>) Pass: Proceed to the next KCT. </a:t>
            </a:r>
          </a:p>
          <a:p>
            <a:pPr marL="0" indent="0">
              <a:buNone/>
            </a:pPr>
            <a:r>
              <a:rPr lang="en-US" dirty="0"/>
              <a:t>                           ii) Fail   : Raise an final exception. </a:t>
            </a:r>
          </a:p>
          <a:p>
            <a:pPr marL="514350" indent="-514350">
              <a:buAutoNum type="arabicPeriod" startAt="3"/>
            </a:pPr>
            <a:r>
              <a:rPr lang="en-US" dirty="0"/>
              <a:t>Update the working paper with the final testing conclusion. </a:t>
            </a:r>
          </a:p>
          <a:p>
            <a:pPr marL="514350" indent="-514350">
              <a:buAutoNum type="arabicPeriod" startAt="3"/>
            </a:pPr>
            <a:r>
              <a:rPr lang="en-US" dirty="0"/>
              <a:t>Submit the completed testing results for review and approval. </a:t>
            </a:r>
          </a:p>
          <a:p>
            <a:pPr marL="514350" indent="-514350">
              <a:buAutoNum type="arabicPeriod" startAt="5"/>
            </a:pPr>
            <a:endParaRPr lang="en-US" dirty="0"/>
          </a:p>
          <a:p>
            <a:pPr marL="0" indent="0">
              <a:buNone/>
            </a:pPr>
            <a:endParaRPr lang="en-US" dirty="0"/>
          </a:p>
          <a:p>
            <a:pPr marL="0" indent="0">
              <a:buNone/>
            </a:pPr>
            <a:endParaRPr lang="en-US" dirty="0"/>
          </a:p>
          <a:p>
            <a:pPr marL="0" indent="0">
              <a:buNone/>
            </a:pPr>
            <a:endParaRPr lang="en-US" dirty="0"/>
          </a:p>
          <a:p>
            <a:endParaRPr lang="en-US" dirty="0"/>
          </a:p>
          <a:p>
            <a:endParaRPr lang="en-US" dirty="0"/>
          </a:p>
          <a:p>
            <a:endParaRPr lang="en-US" dirty="0"/>
          </a:p>
          <a:p>
            <a:endParaRPr lang="en-MY" dirty="0"/>
          </a:p>
        </p:txBody>
      </p:sp>
      <p:sp>
        <p:nvSpPr>
          <p:cNvPr id="7" name="Slide Number Placeholder 6">
            <a:extLst>
              <a:ext uri="{FF2B5EF4-FFF2-40B4-BE49-F238E27FC236}">
                <a16:creationId xmlns:a16="http://schemas.microsoft.com/office/drawing/2014/main" id="{0D8BC3A6-CDB3-4E84-0C58-821F379C939E}"/>
              </a:ext>
            </a:extLst>
          </p:cNvPr>
          <p:cNvSpPr>
            <a:spLocks noGrp="1"/>
          </p:cNvSpPr>
          <p:nvPr>
            <p:ph type="sldNum" sz="quarter" idx="12"/>
          </p:nvPr>
        </p:nvSpPr>
        <p:spPr/>
        <p:txBody>
          <a:bodyPr/>
          <a:lstStyle/>
          <a:p>
            <a:fld id="{FF41B0BD-F8EC-4301-BC51-0B1750CE8B9F}" type="slidenum">
              <a:rPr lang="en-US" smtClean="0"/>
              <a:pPr/>
              <a:t>3</a:t>
            </a:fld>
            <a:endParaRPr lang="en-US"/>
          </a:p>
        </p:txBody>
      </p:sp>
      <p:sp>
        <p:nvSpPr>
          <p:cNvPr id="12" name="Content Placeholder 7">
            <a:extLst>
              <a:ext uri="{FF2B5EF4-FFF2-40B4-BE49-F238E27FC236}">
                <a16:creationId xmlns:a16="http://schemas.microsoft.com/office/drawing/2014/main" id="{BB257D21-0C80-0033-9305-07C6EE056F08}"/>
              </a:ext>
            </a:extLst>
          </p:cNvPr>
          <p:cNvSpPr txBox="1">
            <a:spLocks/>
          </p:cNvSpPr>
          <p:nvPr/>
        </p:nvSpPr>
        <p:spPr>
          <a:xfrm>
            <a:off x="304800" y="1589314"/>
            <a:ext cx="5377543" cy="4598761"/>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 </a:t>
            </a:r>
            <a:r>
              <a:rPr lang="en-US" sz="3300" b="1" dirty="0"/>
              <a:t>Step 1 – KCT Review</a:t>
            </a:r>
          </a:p>
          <a:p>
            <a:pPr marL="514350" indent="-514350">
              <a:buFont typeface="+mj-lt"/>
              <a:buAutoNum type="arabicPeriod"/>
            </a:pPr>
            <a:r>
              <a:rPr lang="en-US" dirty="0"/>
              <a:t>Open the KCT working paper (Excel file). </a:t>
            </a:r>
          </a:p>
          <a:p>
            <a:pPr marL="514350" indent="-514350">
              <a:buFont typeface="+mj-lt"/>
              <a:buAutoNum type="arabicPeriod"/>
            </a:pPr>
            <a:r>
              <a:rPr lang="en-US" dirty="0"/>
              <a:t>Review and understand the KCT objective, control requirements, and testing steps. </a:t>
            </a:r>
          </a:p>
          <a:p>
            <a:pPr marL="514350" indent="-514350">
              <a:buFont typeface="+mj-lt"/>
              <a:buAutoNum type="arabicPeriod"/>
            </a:pPr>
            <a:r>
              <a:rPr lang="en-US" dirty="0"/>
              <a:t>Identify the KCT testing frequency (Annual, Semi-Annual, or Quarterly). </a:t>
            </a:r>
          </a:p>
          <a:p>
            <a:pPr marL="514350" indent="-514350">
              <a:buFont typeface="+mj-lt"/>
              <a:buAutoNum type="arabicPeriod"/>
            </a:pPr>
            <a:r>
              <a:rPr lang="en-US" dirty="0"/>
              <a:t>Calculate and select the required sample size: </a:t>
            </a:r>
          </a:p>
          <a:p>
            <a:pPr marL="0" indent="0">
              <a:buFont typeface="Arial" panose="020B0604020202020204" pitchFamily="34" charset="0"/>
              <a:buNone/>
            </a:pPr>
            <a:r>
              <a:rPr lang="en-US" dirty="0"/>
              <a:t>                             </a:t>
            </a:r>
            <a:r>
              <a:rPr lang="en-US" dirty="0" err="1"/>
              <a:t>i</a:t>
            </a:r>
            <a:r>
              <a:rPr lang="en-US" dirty="0"/>
              <a:t>) Annual: 2–3 samples </a:t>
            </a:r>
          </a:p>
          <a:p>
            <a:pPr marL="0" indent="0">
              <a:buFont typeface="Arial" panose="020B0604020202020204" pitchFamily="34" charset="0"/>
              <a:buNone/>
            </a:pPr>
            <a:r>
              <a:rPr lang="en-US" dirty="0"/>
              <a:t>                            ii) Semi-Annual: 5 samples </a:t>
            </a:r>
          </a:p>
          <a:p>
            <a:pPr marL="0" indent="0">
              <a:buFont typeface="Arial" panose="020B0604020202020204" pitchFamily="34" charset="0"/>
              <a:buNone/>
            </a:pPr>
            <a:r>
              <a:rPr lang="en-US" dirty="0"/>
              <a:t>                           iii) Quarterly: 10 samples </a:t>
            </a:r>
          </a:p>
          <a:p>
            <a:pPr marL="0" indent="0">
              <a:buFont typeface="Arial" panose="020B0604020202020204" pitchFamily="34" charset="0"/>
              <a:buNone/>
            </a:pPr>
            <a:r>
              <a:rPr lang="en-US" sz="3300" b="1" dirty="0"/>
              <a:t>Step 2 – Sampling</a:t>
            </a:r>
            <a:endParaRPr lang="en-US" sz="3300" dirty="0"/>
          </a:p>
          <a:p>
            <a:pPr marL="514350" indent="-514350">
              <a:buFont typeface="Arial" panose="020B0604020202020204" pitchFamily="34" charset="0"/>
              <a:buAutoNum type="arabicPeriod"/>
            </a:pPr>
            <a:r>
              <a:rPr lang="en-US" dirty="0"/>
              <a:t>Prepare the sample request list and required supporting documents.</a:t>
            </a:r>
          </a:p>
          <a:p>
            <a:pPr marL="514350" indent="-514350">
              <a:buFont typeface="Arial" panose="020B0604020202020204" pitchFamily="34" charset="0"/>
              <a:buAutoNum type="arabicPeriod"/>
            </a:pPr>
            <a:r>
              <a:rPr lang="en-US" dirty="0"/>
              <a:t>Send the sample request email to the Business Unit (BU).   </a:t>
            </a:r>
          </a:p>
          <a:p>
            <a:pPr marL="514350" indent="-514350">
              <a:buFont typeface="Arial" panose="020B0604020202020204" pitchFamily="34" charset="0"/>
              <a:buAutoNum type="arabicPeriod"/>
            </a:pPr>
            <a:r>
              <a:rPr lang="en-US" dirty="0"/>
              <a:t>Follow up on any outstanding sample requests.</a:t>
            </a:r>
          </a:p>
          <a:p>
            <a:pPr marL="0" indent="0">
              <a:buFont typeface="Arial" panose="020B0604020202020204" pitchFamily="34" charset="0"/>
              <a:buNone/>
            </a:pPr>
            <a:r>
              <a:rPr lang="en-US" dirty="0"/>
              <a:t> </a:t>
            </a:r>
          </a:p>
          <a:p>
            <a:pPr marL="514350" indent="-514350">
              <a:buFont typeface="Arial" panose="020B0604020202020204" pitchFamily="34" charset="0"/>
              <a:buAutoNum type="arabicPeriod" startAt="5"/>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endParaRPr lang="en-US" dirty="0"/>
          </a:p>
          <a:p>
            <a:endParaRPr lang="en-US" dirty="0"/>
          </a:p>
          <a:p>
            <a:endParaRPr lang="en-US" dirty="0"/>
          </a:p>
          <a:p>
            <a:endParaRPr lang="en-MY" dirty="0"/>
          </a:p>
        </p:txBody>
      </p:sp>
    </p:spTree>
    <p:extLst>
      <p:ext uri="{BB962C8B-B14F-4D97-AF65-F5344CB8AC3E}">
        <p14:creationId xmlns:p14="http://schemas.microsoft.com/office/powerpoint/2010/main" val="36785642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907BF-1AC7-F17B-8BE6-F53A73BFC09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395E6B4-E207-CF57-F39E-46EB08A548D7}"/>
              </a:ext>
            </a:extLst>
          </p:cNvPr>
          <p:cNvSpPr>
            <a:spLocks noGrp="1"/>
          </p:cNvSpPr>
          <p:nvPr>
            <p:ph type="title"/>
          </p:nvPr>
        </p:nvSpPr>
        <p:spPr/>
        <p:txBody>
          <a:bodyPr/>
          <a:lstStyle/>
          <a:p>
            <a:r>
              <a:rPr lang="en-US" dirty="0"/>
              <a:t>Hypothesis &amp; </a:t>
            </a:r>
            <a:r>
              <a:rPr lang="en-MY" dirty="0"/>
              <a:t>Target Outcome</a:t>
            </a:r>
            <a:endParaRPr lang="en-US" dirty="0"/>
          </a:p>
        </p:txBody>
      </p:sp>
      <p:sp>
        <p:nvSpPr>
          <p:cNvPr id="2" name="Slide Number Placeholder 1">
            <a:extLst>
              <a:ext uri="{FF2B5EF4-FFF2-40B4-BE49-F238E27FC236}">
                <a16:creationId xmlns:a16="http://schemas.microsoft.com/office/drawing/2014/main" id="{91EB8E69-32DE-D451-91AF-1511D354B2C9}"/>
              </a:ext>
            </a:extLst>
          </p:cNvPr>
          <p:cNvSpPr>
            <a:spLocks noGrp="1"/>
          </p:cNvSpPr>
          <p:nvPr>
            <p:ph type="sldNum" sz="quarter" idx="12"/>
          </p:nvPr>
        </p:nvSpPr>
        <p:spPr/>
        <p:txBody>
          <a:bodyPr/>
          <a:lstStyle/>
          <a:p>
            <a:fld id="{FF41B0BD-F8EC-4301-BC51-0B1750CE8B9F}" type="slidenum">
              <a:rPr lang="en-US" smtClean="0"/>
              <a:pPr/>
              <a:t>4</a:t>
            </a:fld>
            <a:endParaRPr lang="en-US"/>
          </a:p>
        </p:txBody>
      </p:sp>
      <p:graphicFrame>
        <p:nvGraphicFramePr>
          <p:cNvPr id="13" name="Content Placeholder 12">
            <a:extLst>
              <a:ext uri="{FF2B5EF4-FFF2-40B4-BE49-F238E27FC236}">
                <a16:creationId xmlns:a16="http://schemas.microsoft.com/office/drawing/2014/main" id="{786C7EB6-A535-AEC3-5218-A1765FC5C05E}"/>
              </a:ext>
            </a:extLst>
          </p:cNvPr>
          <p:cNvGraphicFramePr>
            <a:graphicFrameLocks noGrp="1"/>
          </p:cNvGraphicFramePr>
          <p:nvPr>
            <p:ph sz="half" idx="1"/>
          </p:nvPr>
        </p:nvGraphicFramePr>
        <p:xfrm>
          <a:off x="544286" y="1906686"/>
          <a:ext cx="5061857" cy="39162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7" name="Content Placeholder 16">
            <a:extLst>
              <a:ext uri="{FF2B5EF4-FFF2-40B4-BE49-F238E27FC236}">
                <a16:creationId xmlns:a16="http://schemas.microsoft.com/office/drawing/2014/main" id="{F9C66968-1AFC-3758-C030-3E4477257D41}"/>
              </a:ext>
            </a:extLst>
          </p:cNvPr>
          <p:cNvGraphicFramePr>
            <a:graphicFrameLocks noGrp="1"/>
          </p:cNvGraphicFramePr>
          <p:nvPr>
            <p:ph sz="half" idx="2"/>
          </p:nvPr>
        </p:nvGraphicFramePr>
        <p:xfrm>
          <a:off x="6286500" y="1755193"/>
          <a:ext cx="5715000" cy="4203155"/>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custDataLst>
      <p:tags r:id="rId1"/>
    </p:custDataLst>
    <p:extLst>
      <p:ext uri="{BB962C8B-B14F-4D97-AF65-F5344CB8AC3E}">
        <p14:creationId xmlns:p14="http://schemas.microsoft.com/office/powerpoint/2010/main" val="18340696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F80B1-7793-9D66-2E9F-9109001DA71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CEB4C23-8F18-A2E1-0D5B-EECE301459BC}"/>
              </a:ext>
            </a:extLst>
          </p:cNvPr>
          <p:cNvSpPr>
            <a:spLocks noGrp="1"/>
          </p:cNvSpPr>
          <p:nvPr>
            <p:ph type="title"/>
          </p:nvPr>
        </p:nvSpPr>
        <p:spPr>
          <a:xfrm>
            <a:off x="190501" y="237899"/>
            <a:ext cx="11810998" cy="984704"/>
          </a:xfrm>
        </p:spPr>
        <p:txBody>
          <a:bodyPr>
            <a:normAutofit fontScale="90000"/>
          </a:bodyPr>
          <a:lstStyle/>
          <a:p>
            <a:r>
              <a:rPr lang="en-US" dirty="0"/>
              <a:t>Common Exceptions Identified &amp; </a:t>
            </a:r>
            <a:br>
              <a:rPr lang="en-US" dirty="0"/>
            </a:br>
            <a:r>
              <a:rPr lang="en-US" dirty="0"/>
              <a:t>Exception Mapping  </a:t>
            </a:r>
          </a:p>
        </p:txBody>
      </p:sp>
      <p:sp>
        <p:nvSpPr>
          <p:cNvPr id="2" name="Slide Number Placeholder 1">
            <a:extLst>
              <a:ext uri="{FF2B5EF4-FFF2-40B4-BE49-F238E27FC236}">
                <a16:creationId xmlns:a16="http://schemas.microsoft.com/office/drawing/2014/main" id="{F947F029-5BA9-908D-21A8-561037C7A36F}"/>
              </a:ext>
            </a:extLst>
          </p:cNvPr>
          <p:cNvSpPr>
            <a:spLocks noGrp="1"/>
          </p:cNvSpPr>
          <p:nvPr>
            <p:ph type="sldNum" sz="quarter" idx="12"/>
          </p:nvPr>
        </p:nvSpPr>
        <p:spPr/>
        <p:txBody>
          <a:bodyPr/>
          <a:lstStyle/>
          <a:p>
            <a:fld id="{FF41B0BD-F8EC-4301-BC51-0B1750CE8B9F}" type="slidenum">
              <a:rPr lang="en-US" smtClean="0"/>
              <a:pPr/>
              <a:t>5</a:t>
            </a:fld>
            <a:endParaRPr lang="en-US"/>
          </a:p>
        </p:txBody>
      </p:sp>
      <p:graphicFrame>
        <p:nvGraphicFramePr>
          <p:cNvPr id="11" name="Content Placeholder 10">
            <a:extLst>
              <a:ext uri="{FF2B5EF4-FFF2-40B4-BE49-F238E27FC236}">
                <a16:creationId xmlns:a16="http://schemas.microsoft.com/office/drawing/2014/main" id="{16B56C7B-0AEE-5E1B-5895-DEC4D070EF0A}"/>
              </a:ext>
            </a:extLst>
          </p:cNvPr>
          <p:cNvGraphicFramePr>
            <a:graphicFrameLocks noGrp="1"/>
          </p:cNvGraphicFramePr>
          <p:nvPr>
            <p:ph sz="half" idx="1"/>
          </p:nvPr>
        </p:nvGraphicFramePr>
        <p:xfrm>
          <a:off x="190501" y="1431200"/>
          <a:ext cx="5187042" cy="4964434"/>
        </p:xfrm>
        <a:graphic>
          <a:graphicData uri="http://schemas.openxmlformats.org/drawingml/2006/table">
            <a:tbl>
              <a:tblPr firstRow="1" bandRow="1">
                <a:tableStyleId>{F5AB1C69-6EDB-4FF4-983F-18BD219EF322}</a:tableStyleId>
              </a:tblPr>
              <a:tblGrid>
                <a:gridCol w="503885">
                  <a:extLst>
                    <a:ext uri="{9D8B030D-6E8A-4147-A177-3AD203B41FA5}">
                      <a16:colId xmlns:a16="http://schemas.microsoft.com/office/drawing/2014/main" val="2026347493"/>
                    </a:ext>
                  </a:extLst>
                </a:gridCol>
                <a:gridCol w="4683157">
                  <a:extLst>
                    <a:ext uri="{9D8B030D-6E8A-4147-A177-3AD203B41FA5}">
                      <a16:colId xmlns:a16="http://schemas.microsoft.com/office/drawing/2014/main" val="1611978847"/>
                    </a:ext>
                  </a:extLst>
                </a:gridCol>
              </a:tblGrid>
              <a:tr h="471352">
                <a:tc>
                  <a:txBody>
                    <a:bodyPr/>
                    <a:lstStyle/>
                    <a:p>
                      <a:pPr algn="ctr" fontAlgn="ctr">
                        <a:buNone/>
                      </a:pPr>
                      <a:r>
                        <a:rPr lang="en-MY" sz="1800" b="1" u="none" strike="noStrike" dirty="0">
                          <a:solidFill>
                            <a:srgbClr val="000000"/>
                          </a:solidFill>
                          <a:effectLst/>
                        </a:rPr>
                        <a:t>No.</a:t>
                      </a:r>
                      <a:endParaRPr lang="en-MY" sz="1800" b="1" i="0" u="none" strike="noStrike" dirty="0">
                        <a:solidFill>
                          <a:srgbClr val="000000"/>
                        </a:solidFill>
                        <a:effectLst/>
                        <a:latin typeface="Aptos Narrow" panose="020B0004020202020204" pitchFamily="34" charset="0"/>
                      </a:endParaRPr>
                    </a:p>
                  </a:txBody>
                  <a:tcPr marL="6350" marR="6350" marT="6350" marB="0" anchor="ctr"/>
                </a:tc>
                <a:tc>
                  <a:txBody>
                    <a:bodyPr/>
                    <a:lstStyle/>
                    <a:p>
                      <a:pPr algn="ctr" fontAlgn="ctr">
                        <a:buNone/>
                      </a:pPr>
                      <a:r>
                        <a:rPr lang="en-MY" sz="1800" b="1" u="none" strike="noStrike" dirty="0">
                          <a:solidFill>
                            <a:srgbClr val="000000"/>
                          </a:solidFill>
                          <a:effectLst/>
                        </a:rPr>
                        <a:t>Exception Identified</a:t>
                      </a:r>
                      <a:endParaRPr lang="en-MY" sz="1800" b="1" i="0" u="none" strike="noStrike" dirty="0">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1102116225"/>
                  </a:ext>
                </a:extLst>
              </a:tr>
              <a:tr h="471352">
                <a:tc>
                  <a:txBody>
                    <a:bodyPr/>
                    <a:lstStyle/>
                    <a:p>
                      <a:pPr algn="ctr" fontAlgn="ctr">
                        <a:buNone/>
                      </a:pPr>
                      <a:r>
                        <a:rPr lang="en-MY" sz="1800" b="0" u="none" strike="noStrike" dirty="0">
                          <a:solidFill>
                            <a:srgbClr val="000000"/>
                          </a:solidFill>
                          <a:effectLst/>
                        </a:rPr>
                        <a:t>1</a:t>
                      </a:r>
                      <a:endParaRPr lang="en-MY" sz="1800" b="0" i="0" u="none" strike="noStrike" dirty="0">
                        <a:solidFill>
                          <a:srgbClr val="000000"/>
                        </a:solidFill>
                        <a:effectLst/>
                        <a:latin typeface="Aptos Narrow" panose="020B0004020202020204" pitchFamily="34" charset="0"/>
                      </a:endParaRPr>
                    </a:p>
                  </a:txBody>
                  <a:tcPr marL="6350" marR="6350" marT="6350" marB="0" anchor="ctr"/>
                </a:tc>
                <a:tc>
                  <a:txBody>
                    <a:bodyPr/>
                    <a:lstStyle/>
                    <a:p>
                      <a:pPr algn="l" fontAlgn="ctr">
                        <a:buNone/>
                      </a:pPr>
                      <a:r>
                        <a:rPr lang="en-MY" sz="1800" b="0" u="none" strike="noStrike" dirty="0">
                          <a:solidFill>
                            <a:srgbClr val="000000"/>
                          </a:solidFill>
                          <a:effectLst/>
                        </a:rPr>
                        <a:t>Facility amount in LO differs from approved amount</a:t>
                      </a:r>
                      <a:endParaRPr lang="en-MY" sz="1800" b="0" i="0" u="none" strike="noStrike" dirty="0">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2874783627"/>
                  </a:ext>
                </a:extLst>
              </a:tr>
              <a:tr h="471352">
                <a:tc>
                  <a:txBody>
                    <a:bodyPr/>
                    <a:lstStyle/>
                    <a:p>
                      <a:pPr algn="ctr" fontAlgn="ctr">
                        <a:buNone/>
                      </a:pPr>
                      <a:r>
                        <a:rPr lang="en-MY" sz="1800" b="0" u="none" strike="noStrike">
                          <a:solidFill>
                            <a:srgbClr val="000000"/>
                          </a:solidFill>
                          <a:effectLst/>
                        </a:rPr>
                        <a:t>2</a:t>
                      </a:r>
                      <a:endParaRPr lang="en-MY" sz="1800" b="0" i="0" u="none" strike="noStrike">
                        <a:solidFill>
                          <a:srgbClr val="000000"/>
                        </a:solidFill>
                        <a:effectLst/>
                        <a:latin typeface="Aptos Narrow" panose="020B0004020202020204" pitchFamily="34" charset="0"/>
                      </a:endParaRPr>
                    </a:p>
                  </a:txBody>
                  <a:tcPr marL="6350" marR="6350" marT="6350" marB="0" anchor="ctr"/>
                </a:tc>
                <a:tc>
                  <a:txBody>
                    <a:bodyPr/>
                    <a:lstStyle/>
                    <a:p>
                      <a:pPr algn="l" fontAlgn="ctr">
                        <a:buNone/>
                      </a:pPr>
                      <a:r>
                        <a:rPr lang="en-MY" sz="1800" b="0" u="none" strike="noStrike" dirty="0">
                          <a:solidFill>
                            <a:srgbClr val="000000"/>
                          </a:solidFill>
                          <a:effectLst/>
                        </a:rPr>
                        <a:t>Facility purpose differs from approved purpose</a:t>
                      </a:r>
                      <a:endParaRPr lang="en-MY" sz="1800" b="0" i="0" u="none" strike="noStrike" dirty="0">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675410746"/>
                  </a:ext>
                </a:extLst>
              </a:tr>
              <a:tr h="471352">
                <a:tc>
                  <a:txBody>
                    <a:bodyPr/>
                    <a:lstStyle/>
                    <a:p>
                      <a:pPr algn="ctr" fontAlgn="ctr">
                        <a:buNone/>
                      </a:pPr>
                      <a:r>
                        <a:rPr lang="en-MY" sz="1800" b="0" u="none" strike="noStrike" dirty="0">
                          <a:solidFill>
                            <a:srgbClr val="000000"/>
                          </a:solidFill>
                          <a:effectLst/>
                        </a:rPr>
                        <a:t>3</a:t>
                      </a:r>
                      <a:endParaRPr lang="en-MY" sz="1800" b="0" i="0" u="none" strike="noStrike" dirty="0">
                        <a:solidFill>
                          <a:srgbClr val="000000"/>
                        </a:solidFill>
                        <a:effectLst/>
                        <a:latin typeface="Aptos Narrow" panose="020B0004020202020204" pitchFamily="34" charset="0"/>
                      </a:endParaRPr>
                    </a:p>
                  </a:txBody>
                  <a:tcPr marL="6350" marR="6350" marT="6350" marB="0" anchor="ctr"/>
                </a:tc>
                <a:tc>
                  <a:txBody>
                    <a:bodyPr/>
                    <a:lstStyle/>
                    <a:p>
                      <a:pPr algn="l" fontAlgn="ctr">
                        <a:buNone/>
                      </a:pPr>
                      <a:r>
                        <a:rPr lang="en-MY" sz="1800" b="0" u="none" strike="noStrike" dirty="0">
                          <a:solidFill>
                            <a:srgbClr val="000000"/>
                          </a:solidFill>
                          <a:effectLst/>
                        </a:rPr>
                        <a:t>Pricing/Profit rate differs from approved rate</a:t>
                      </a:r>
                      <a:endParaRPr lang="en-MY" sz="1800" b="0" i="0" u="none" strike="noStrike" dirty="0">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1788059339"/>
                  </a:ext>
                </a:extLst>
              </a:tr>
              <a:tr h="471352">
                <a:tc>
                  <a:txBody>
                    <a:bodyPr/>
                    <a:lstStyle/>
                    <a:p>
                      <a:pPr algn="ctr" fontAlgn="ctr">
                        <a:buNone/>
                      </a:pPr>
                      <a:r>
                        <a:rPr lang="en-MY" sz="1800" b="0" u="none" strike="noStrike" dirty="0">
                          <a:solidFill>
                            <a:srgbClr val="000000"/>
                          </a:solidFill>
                          <a:effectLst/>
                        </a:rPr>
                        <a:t>4</a:t>
                      </a:r>
                      <a:endParaRPr lang="en-MY" sz="1800" b="0" i="0" u="none" strike="noStrike" dirty="0">
                        <a:solidFill>
                          <a:srgbClr val="000000"/>
                        </a:solidFill>
                        <a:effectLst/>
                        <a:latin typeface="Aptos Narrow" panose="020B0004020202020204" pitchFamily="34" charset="0"/>
                      </a:endParaRPr>
                    </a:p>
                  </a:txBody>
                  <a:tcPr marL="6350" marR="6350" marT="6350" marB="0" anchor="ctr"/>
                </a:tc>
                <a:tc>
                  <a:txBody>
                    <a:bodyPr/>
                    <a:lstStyle/>
                    <a:p>
                      <a:pPr algn="l" fontAlgn="ctr">
                        <a:buNone/>
                      </a:pPr>
                      <a:r>
                        <a:rPr lang="en-MY" sz="1800" b="0" u="none" strike="noStrike" dirty="0">
                          <a:solidFill>
                            <a:srgbClr val="000000"/>
                          </a:solidFill>
                          <a:effectLst/>
                        </a:rPr>
                        <a:t>Tenure differs from approved tenure</a:t>
                      </a:r>
                      <a:endParaRPr lang="en-MY" sz="1800" b="0" i="0" u="none" strike="noStrike" dirty="0">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3284061267"/>
                  </a:ext>
                </a:extLst>
              </a:tr>
              <a:tr h="471352">
                <a:tc>
                  <a:txBody>
                    <a:bodyPr/>
                    <a:lstStyle/>
                    <a:p>
                      <a:pPr algn="ctr" fontAlgn="ctr">
                        <a:buNone/>
                      </a:pPr>
                      <a:r>
                        <a:rPr lang="en-MY" sz="1800" b="0" u="none" strike="noStrike" dirty="0">
                          <a:solidFill>
                            <a:srgbClr val="000000"/>
                          </a:solidFill>
                          <a:effectLst/>
                        </a:rPr>
                        <a:t>5</a:t>
                      </a:r>
                      <a:endParaRPr lang="en-MY" sz="1800" b="0" i="0" u="none" strike="noStrike" dirty="0">
                        <a:solidFill>
                          <a:srgbClr val="000000"/>
                        </a:solidFill>
                        <a:effectLst/>
                        <a:latin typeface="Aptos Narrow" panose="020B0004020202020204" pitchFamily="34" charset="0"/>
                      </a:endParaRPr>
                    </a:p>
                  </a:txBody>
                  <a:tcPr marL="6350" marR="6350" marT="6350" marB="0" anchor="ctr"/>
                </a:tc>
                <a:tc>
                  <a:txBody>
                    <a:bodyPr/>
                    <a:lstStyle/>
                    <a:p>
                      <a:pPr algn="l" fontAlgn="ctr">
                        <a:buNone/>
                      </a:pPr>
                      <a:r>
                        <a:rPr lang="en-MY" sz="1800" b="0" u="none" strike="noStrike" dirty="0">
                          <a:solidFill>
                            <a:srgbClr val="000000"/>
                          </a:solidFill>
                          <a:effectLst/>
                        </a:rPr>
                        <a:t>Approved special conditions omitted from LO</a:t>
                      </a:r>
                      <a:endParaRPr lang="en-MY" sz="1800" b="0" i="0" u="none" strike="noStrike" dirty="0">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2201832394"/>
                  </a:ext>
                </a:extLst>
              </a:tr>
              <a:tr h="471352">
                <a:tc>
                  <a:txBody>
                    <a:bodyPr/>
                    <a:lstStyle/>
                    <a:p>
                      <a:pPr algn="ctr" fontAlgn="ctr">
                        <a:buNone/>
                      </a:pPr>
                      <a:r>
                        <a:rPr lang="en-MY" sz="1800" b="0" u="none" strike="noStrike" dirty="0">
                          <a:solidFill>
                            <a:srgbClr val="000000"/>
                          </a:solidFill>
                          <a:effectLst/>
                        </a:rPr>
                        <a:t>6</a:t>
                      </a:r>
                      <a:endParaRPr lang="en-MY" sz="1800" b="0" i="0" u="none" strike="noStrike" dirty="0">
                        <a:solidFill>
                          <a:srgbClr val="000000"/>
                        </a:solidFill>
                        <a:effectLst/>
                        <a:latin typeface="Aptos Narrow" panose="020B0004020202020204" pitchFamily="34" charset="0"/>
                      </a:endParaRPr>
                    </a:p>
                  </a:txBody>
                  <a:tcPr marL="6350" marR="6350" marT="6350" marB="0" anchor="ctr"/>
                </a:tc>
                <a:tc>
                  <a:txBody>
                    <a:bodyPr/>
                    <a:lstStyle/>
                    <a:p>
                      <a:pPr algn="l" fontAlgn="ctr">
                        <a:buNone/>
                      </a:pPr>
                      <a:r>
                        <a:rPr lang="en-MY" sz="1800" b="0" u="none" strike="noStrike" dirty="0">
                          <a:solidFill>
                            <a:srgbClr val="000000"/>
                          </a:solidFill>
                          <a:effectLst/>
                        </a:rPr>
                        <a:t>LO issued before Maker-Checker approval completed</a:t>
                      </a:r>
                      <a:endParaRPr lang="en-MY" sz="1800" b="0" i="0" u="none" strike="noStrike" dirty="0">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1572189308"/>
                  </a:ext>
                </a:extLst>
              </a:tr>
              <a:tr h="471352">
                <a:tc>
                  <a:txBody>
                    <a:bodyPr/>
                    <a:lstStyle/>
                    <a:p>
                      <a:pPr algn="ctr" fontAlgn="ctr">
                        <a:buNone/>
                      </a:pPr>
                      <a:r>
                        <a:rPr lang="en-MY" sz="1800" b="0" u="none" strike="noStrike">
                          <a:solidFill>
                            <a:srgbClr val="000000"/>
                          </a:solidFill>
                          <a:effectLst/>
                        </a:rPr>
                        <a:t>7</a:t>
                      </a:r>
                      <a:endParaRPr lang="en-MY" sz="1800" b="0" i="0" u="none" strike="noStrike">
                        <a:solidFill>
                          <a:srgbClr val="000000"/>
                        </a:solidFill>
                        <a:effectLst/>
                        <a:latin typeface="Aptos Narrow" panose="020B0004020202020204" pitchFamily="34" charset="0"/>
                      </a:endParaRPr>
                    </a:p>
                  </a:txBody>
                  <a:tcPr marL="6350" marR="6350" marT="6350" marB="0" anchor="ctr"/>
                </a:tc>
                <a:tc>
                  <a:txBody>
                    <a:bodyPr/>
                    <a:lstStyle/>
                    <a:p>
                      <a:pPr algn="l" fontAlgn="ctr">
                        <a:buNone/>
                      </a:pPr>
                      <a:r>
                        <a:rPr lang="en-MY" sz="1800" b="0" u="none" strike="noStrike" dirty="0">
                          <a:solidFill>
                            <a:srgbClr val="000000"/>
                          </a:solidFill>
                          <a:effectLst/>
                        </a:rPr>
                        <a:t>No evidence of Maker-Checker review and approval</a:t>
                      </a:r>
                      <a:endParaRPr lang="en-MY" sz="1800" b="0" i="0" u="none" strike="noStrike" dirty="0">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2602832489"/>
                  </a:ext>
                </a:extLst>
              </a:tr>
              <a:tr h="471352">
                <a:tc>
                  <a:txBody>
                    <a:bodyPr/>
                    <a:lstStyle/>
                    <a:p>
                      <a:pPr algn="ctr" fontAlgn="ctr">
                        <a:buNone/>
                      </a:pPr>
                      <a:r>
                        <a:rPr lang="en-MY" sz="1800" b="0" u="none" strike="noStrike" dirty="0">
                          <a:solidFill>
                            <a:srgbClr val="000000"/>
                          </a:solidFill>
                          <a:effectLst/>
                        </a:rPr>
                        <a:t>8</a:t>
                      </a:r>
                      <a:endParaRPr lang="en-MY" sz="1800" b="0" i="0" u="none" strike="noStrike" dirty="0">
                        <a:solidFill>
                          <a:srgbClr val="000000"/>
                        </a:solidFill>
                        <a:effectLst/>
                        <a:latin typeface="Aptos Narrow" panose="020B0004020202020204" pitchFamily="34" charset="0"/>
                      </a:endParaRPr>
                    </a:p>
                  </a:txBody>
                  <a:tcPr marL="6350" marR="6350" marT="6350" marB="0" anchor="ctr"/>
                </a:tc>
                <a:tc>
                  <a:txBody>
                    <a:bodyPr/>
                    <a:lstStyle/>
                    <a:p>
                      <a:pPr algn="l" fontAlgn="ctr">
                        <a:buNone/>
                      </a:pPr>
                      <a:r>
                        <a:rPr lang="en-MY" sz="1800" b="0" u="none" strike="noStrike" dirty="0">
                          <a:solidFill>
                            <a:srgbClr val="000000"/>
                          </a:solidFill>
                          <a:effectLst/>
                        </a:rPr>
                        <a:t>Incorrect customer details in LO</a:t>
                      </a:r>
                      <a:endParaRPr lang="en-MY" sz="1800" b="0" i="0" u="none" strike="noStrike" dirty="0">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3616713000"/>
                  </a:ext>
                </a:extLst>
              </a:tr>
              <a:tr h="471352">
                <a:tc>
                  <a:txBody>
                    <a:bodyPr/>
                    <a:lstStyle/>
                    <a:p>
                      <a:pPr algn="ctr" fontAlgn="ctr">
                        <a:buNone/>
                      </a:pPr>
                      <a:r>
                        <a:rPr lang="en-MY" sz="1800" b="0" u="none" strike="noStrike" dirty="0">
                          <a:solidFill>
                            <a:srgbClr val="000000"/>
                          </a:solidFill>
                          <a:effectLst/>
                        </a:rPr>
                        <a:t>9</a:t>
                      </a:r>
                      <a:endParaRPr lang="en-MY" sz="1800" b="0" i="0" u="none" strike="noStrike" dirty="0">
                        <a:solidFill>
                          <a:srgbClr val="000000"/>
                        </a:solidFill>
                        <a:effectLst/>
                        <a:latin typeface="Aptos Narrow" panose="020B0004020202020204" pitchFamily="34" charset="0"/>
                      </a:endParaRPr>
                    </a:p>
                  </a:txBody>
                  <a:tcPr marL="6350" marR="6350" marT="6350" marB="0" anchor="ctr"/>
                </a:tc>
                <a:tc>
                  <a:txBody>
                    <a:bodyPr/>
                    <a:lstStyle/>
                    <a:p>
                      <a:pPr algn="l" fontAlgn="ctr">
                        <a:buNone/>
                      </a:pPr>
                      <a:r>
                        <a:rPr lang="en-MY" sz="1800" b="0" u="none" strike="noStrike" dirty="0">
                          <a:solidFill>
                            <a:srgbClr val="000000"/>
                          </a:solidFill>
                          <a:effectLst/>
                        </a:rPr>
                        <a:t>Wrong letterhead used (Conventional/Islamic)</a:t>
                      </a:r>
                      <a:endParaRPr lang="en-MY" sz="1800" b="0" i="0" u="none" strike="noStrike" dirty="0">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4292544296"/>
                  </a:ext>
                </a:extLst>
              </a:tr>
            </a:tbl>
          </a:graphicData>
        </a:graphic>
      </p:graphicFrame>
      <p:graphicFrame>
        <p:nvGraphicFramePr>
          <p:cNvPr id="16" name="Content Placeholder 7">
            <a:extLst>
              <a:ext uri="{FF2B5EF4-FFF2-40B4-BE49-F238E27FC236}">
                <a16:creationId xmlns:a16="http://schemas.microsoft.com/office/drawing/2014/main" id="{F534DB96-B7B9-5175-29CA-0B3EFF0208E3}"/>
              </a:ext>
            </a:extLst>
          </p:cNvPr>
          <p:cNvGraphicFramePr>
            <a:graphicFrameLocks/>
          </p:cNvGraphicFramePr>
          <p:nvPr/>
        </p:nvGraphicFramePr>
        <p:xfrm>
          <a:off x="5377543" y="1431200"/>
          <a:ext cx="6335486" cy="49644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ustDataLst>
      <p:tags r:id="rId1"/>
    </p:custDataLst>
    <p:extLst>
      <p:ext uri="{BB962C8B-B14F-4D97-AF65-F5344CB8AC3E}">
        <p14:creationId xmlns:p14="http://schemas.microsoft.com/office/powerpoint/2010/main" val="10542962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04B16-A477-DFC3-1F97-BEA33DD1E9B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5FFEFEE-91D1-16B6-CA0C-4E4CABD0B63D}"/>
              </a:ext>
            </a:extLst>
          </p:cNvPr>
          <p:cNvSpPr>
            <a:spLocks noGrp="1"/>
          </p:cNvSpPr>
          <p:nvPr>
            <p:ph type="sldNum" sz="quarter" idx="12"/>
          </p:nvPr>
        </p:nvSpPr>
        <p:spPr/>
        <p:txBody>
          <a:bodyPr/>
          <a:lstStyle/>
          <a:p>
            <a:fld id="{FF41B0BD-F8EC-4301-BC51-0B1750CE8B9F}" type="slidenum">
              <a:rPr lang="en-US" smtClean="0"/>
              <a:pPr/>
              <a:t>6</a:t>
            </a:fld>
            <a:endParaRPr lang="en-US"/>
          </a:p>
        </p:txBody>
      </p:sp>
      <p:sp>
        <p:nvSpPr>
          <p:cNvPr id="3" name="Title 2">
            <a:extLst>
              <a:ext uri="{FF2B5EF4-FFF2-40B4-BE49-F238E27FC236}">
                <a16:creationId xmlns:a16="http://schemas.microsoft.com/office/drawing/2014/main" id="{91BC9577-DE0C-5D7D-AAD0-3816902F3996}"/>
              </a:ext>
            </a:extLst>
          </p:cNvPr>
          <p:cNvSpPr>
            <a:spLocks noGrp="1"/>
          </p:cNvSpPr>
          <p:nvPr>
            <p:ph type="title"/>
          </p:nvPr>
        </p:nvSpPr>
        <p:spPr/>
        <p:txBody>
          <a:bodyPr/>
          <a:lstStyle/>
          <a:p>
            <a:r>
              <a:rPr lang="en-US" b="1" dirty="0"/>
              <a:t>Proposed AI Use Case</a:t>
            </a:r>
            <a:endParaRPr lang="en-MY" dirty="0"/>
          </a:p>
        </p:txBody>
      </p:sp>
      <p:graphicFrame>
        <p:nvGraphicFramePr>
          <p:cNvPr id="12" name="Diagram 11">
            <a:extLst>
              <a:ext uri="{FF2B5EF4-FFF2-40B4-BE49-F238E27FC236}">
                <a16:creationId xmlns:a16="http://schemas.microsoft.com/office/drawing/2014/main" id="{C08976AC-3B29-144B-6317-ED682BB1FF87}"/>
              </a:ext>
            </a:extLst>
          </p:cNvPr>
          <p:cNvGraphicFramePr/>
          <p:nvPr/>
        </p:nvGraphicFramePr>
        <p:xfrm>
          <a:off x="239486" y="1491343"/>
          <a:ext cx="11762013" cy="370114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ustDataLst>
      <p:tags r:id="rId1"/>
    </p:custDataLst>
    <p:extLst>
      <p:ext uri="{BB962C8B-B14F-4D97-AF65-F5344CB8AC3E}">
        <p14:creationId xmlns:p14="http://schemas.microsoft.com/office/powerpoint/2010/main" val="30166295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06160-C2F6-3487-FB90-21FFDDE1B52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8C6643B-A66B-A4A0-8112-B8F4EF974340}"/>
              </a:ext>
            </a:extLst>
          </p:cNvPr>
          <p:cNvSpPr>
            <a:spLocks noGrp="1"/>
          </p:cNvSpPr>
          <p:nvPr>
            <p:ph type="ctrTitle"/>
          </p:nvPr>
        </p:nvSpPr>
        <p:spPr/>
        <p:txBody>
          <a:bodyPr/>
          <a:lstStyle/>
          <a:p>
            <a:pPr algn="ctr"/>
            <a:r>
              <a:rPr lang="en-US" dirty="0"/>
              <a:t>POC - Case 2</a:t>
            </a:r>
            <a:endParaRPr lang="en-MY" dirty="0"/>
          </a:p>
        </p:txBody>
      </p:sp>
      <p:sp>
        <p:nvSpPr>
          <p:cNvPr id="5" name="Subtitle 4">
            <a:extLst>
              <a:ext uri="{FF2B5EF4-FFF2-40B4-BE49-F238E27FC236}">
                <a16:creationId xmlns:a16="http://schemas.microsoft.com/office/drawing/2014/main" id="{A7F13309-A96C-5481-2A72-7CB4FC9C99CD}"/>
              </a:ext>
            </a:extLst>
          </p:cNvPr>
          <p:cNvSpPr>
            <a:spLocks noGrp="1"/>
          </p:cNvSpPr>
          <p:nvPr>
            <p:ph type="subTitle" idx="1"/>
          </p:nvPr>
        </p:nvSpPr>
        <p:spPr/>
        <p:txBody>
          <a:bodyPr/>
          <a:lstStyle/>
          <a:p>
            <a:pPr algn="ctr"/>
            <a:r>
              <a:rPr lang="en-US" dirty="0"/>
              <a:t>Account Opening (CIF)</a:t>
            </a:r>
            <a:endParaRPr lang="en-MY" dirty="0"/>
          </a:p>
        </p:txBody>
      </p:sp>
    </p:spTree>
    <p:extLst>
      <p:ext uri="{BB962C8B-B14F-4D97-AF65-F5344CB8AC3E}">
        <p14:creationId xmlns:p14="http://schemas.microsoft.com/office/powerpoint/2010/main" val="36478202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63FB1-881F-4888-618C-B9D99C08560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17886B5-1245-EF5A-C37A-B3436C2F4430}"/>
              </a:ext>
            </a:extLst>
          </p:cNvPr>
          <p:cNvSpPr>
            <a:spLocks noGrp="1"/>
          </p:cNvSpPr>
          <p:nvPr>
            <p:ph type="title"/>
          </p:nvPr>
        </p:nvSpPr>
        <p:spPr>
          <a:xfrm>
            <a:off x="228600" y="365126"/>
            <a:ext cx="11772900" cy="867454"/>
          </a:xfrm>
        </p:spPr>
        <p:txBody>
          <a:bodyPr/>
          <a:lstStyle/>
          <a:p>
            <a:r>
              <a:rPr lang="en-US" b="1" dirty="0"/>
              <a:t>Purpose</a:t>
            </a:r>
            <a:endParaRPr lang="en-MY" b="1" dirty="0"/>
          </a:p>
        </p:txBody>
      </p:sp>
      <p:sp>
        <p:nvSpPr>
          <p:cNvPr id="6" name="Content Placeholder 5">
            <a:extLst>
              <a:ext uri="{FF2B5EF4-FFF2-40B4-BE49-F238E27FC236}">
                <a16:creationId xmlns:a16="http://schemas.microsoft.com/office/drawing/2014/main" id="{9C741327-9EB8-AE50-FB22-913AE84366BE}"/>
              </a:ext>
            </a:extLst>
          </p:cNvPr>
          <p:cNvSpPr>
            <a:spLocks noGrp="1"/>
          </p:cNvSpPr>
          <p:nvPr>
            <p:ph sz="half" idx="2"/>
          </p:nvPr>
        </p:nvSpPr>
        <p:spPr>
          <a:xfrm>
            <a:off x="228601" y="1415143"/>
            <a:ext cx="5715000" cy="4543205"/>
          </a:xfrm>
        </p:spPr>
        <p:txBody>
          <a:bodyPr>
            <a:normAutofit fontScale="92500" lnSpcReduction="20000"/>
          </a:bodyPr>
          <a:lstStyle/>
          <a:p>
            <a:r>
              <a:rPr lang="en-MY" sz="2200" dirty="0"/>
              <a:t>Customer Information File (CIF) creation is a critical onboarding process that establishes the corporate customer's profile within the Bank's systems and supports subsequent account opening, credit assessment, and regulatory reporting activities.</a:t>
            </a:r>
          </a:p>
          <a:p>
            <a:r>
              <a:rPr lang="en-MY" sz="2200" dirty="0"/>
              <a:t>Recent reviews identified instances of inaccuracies, omissions, and inconsistencies between customer information entered into Customer Lifecycle System (CLS) and Central Credit Reference Information System (CCRIS) against the supporting documents provided by the Relationship Manager (RM).</a:t>
            </a:r>
          </a:p>
          <a:p>
            <a:r>
              <a:rPr lang="en-MY" sz="2200" dirty="0"/>
              <a:t>The testing aims to assess whether the Maker-Checker process effectively ensures the accuracy, completeness, and consistency of customer information captured in CLS and CCRIS, and to identify any control gaps or exceptions during CIF creation.</a:t>
            </a:r>
          </a:p>
        </p:txBody>
      </p:sp>
      <p:sp>
        <p:nvSpPr>
          <p:cNvPr id="7" name="Text Placeholder 6">
            <a:extLst>
              <a:ext uri="{FF2B5EF4-FFF2-40B4-BE49-F238E27FC236}">
                <a16:creationId xmlns:a16="http://schemas.microsoft.com/office/drawing/2014/main" id="{F02BCB45-F06F-ABD0-289D-5E9C5F0BA30C}"/>
              </a:ext>
            </a:extLst>
          </p:cNvPr>
          <p:cNvSpPr>
            <a:spLocks noGrp="1"/>
          </p:cNvSpPr>
          <p:nvPr>
            <p:ph type="body" sz="quarter" idx="3"/>
          </p:nvPr>
        </p:nvSpPr>
        <p:spPr>
          <a:xfrm>
            <a:off x="6282813" y="365126"/>
            <a:ext cx="5715000" cy="681735"/>
          </a:xfrm>
        </p:spPr>
        <p:txBody>
          <a:bodyPr>
            <a:normAutofit lnSpcReduction="10000"/>
          </a:bodyPr>
          <a:lstStyle/>
          <a:p>
            <a:pPr>
              <a:spcBef>
                <a:spcPct val="0"/>
              </a:spcBef>
            </a:pPr>
            <a:r>
              <a:rPr lang="en-US" sz="4400" dirty="0">
                <a:latin typeface="+mj-lt"/>
                <a:ea typeface="+mj-ea"/>
                <a:cs typeface="+mj-cs"/>
              </a:rPr>
              <a:t>Scope of Review</a:t>
            </a:r>
            <a:endParaRPr lang="en-MY" sz="4400" dirty="0">
              <a:latin typeface="+mj-lt"/>
              <a:ea typeface="+mj-ea"/>
              <a:cs typeface="+mj-cs"/>
            </a:endParaRPr>
          </a:p>
        </p:txBody>
      </p:sp>
      <p:sp>
        <p:nvSpPr>
          <p:cNvPr id="8" name="Content Placeholder 7">
            <a:extLst>
              <a:ext uri="{FF2B5EF4-FFF2-40B4-BE49-F238E27FC236}">
                <a16:creationId xmlns:a16="http://schemas.microsoft.com/office/drawing/2014/main" id="{D8CD9D35-CABC-C9FB-116C-A730FA904E19}"/>
              </a:ext>
            </a:extLst>
          </p:cNvPr>
          <p:cNvSpPr>
            <a:spLocks noGrp="1"/>
          </p:cNvSpPr>
          <p:nvPr>
            <p:ph sz="quarter" idx="4"/>
          </p:nvPr>
        </p:nvSpPr>
        <p:spPr>
          <a:xfrm>
            <a:off x="6282813" y="1368863"/>
            <a:ext cx="5715000" cy="4819212"/>
          </a:xfrm>
        </p:spPr>
        <p:txBody>
          <a:bodyPr>
            <a:normAutofit fontScale="85000" lnSpcReduction="20000"/>
          </a:bodyPr>
          <a:lstStyle/>
          <a:p>
            <a:pPr marL="0" indent="0">
              <a:lnSpc>
                <a:spcPct val="100000"/>
              </a:lnSpc>
              <a:spcBef>
                <a:spcPts val="0"/>
              </a:spcBef>
              <a:buNone/>
            </a:pPr>
            <a:r>
              <a:rPr lang="en-MY" dirty="0"/>
              <a:t>✓ </a:t>
            </a:r>
            <a:r>
              <a:rPr lang="en-MY" sz="1600" dirty="0"/>
              <a:t>Corporate Customer Information</a:t>
            </a:r>
          </a:p>
          <a:p>
            <a:pPr marL="571500" indent="-571500">
              <a:lnSpc>
                <a:spcPct val="100000"/>
              </a:lnSpc>
              <a:spcBef>
                <a:spcPts val="0"/>
              </a:spcBef>
              <a:buAutoNum type="romanLcPeriod"/>
            </a:pPr>
            <a:r>
              <a:rPr lang="en-MY" sz="1600" dirty="0"/>
              <a:t>Customer Name</a:t>
            </a:r>
          </a:p>
          <a:p>
            <a:pPr marL="571500" indent="-571500">
              <a:lnSpc>
                <a:spcPct val="100000"/>
              </a:lnSpc>
              <a:spcBef>
                <a:spcPts val="0"/>
              </a:spcBef>
              <a:buAutoNum type="romanLcPeriod"/>
            </a:pPr>
            <a:r>
              <a:rPr lang="en-MY" sz="1600" dirty="0"/>
              <a:t>Registration Number</a:t>
            </a:r>
          </a:p>
          <a:p>
            <a:pPr marL="571500" indent="-571500">
              <a:lnSpc>
                <a:spcPct val="100000"/>
              </a:lnSpc>
              <a:spcBef>
                <a:spcPts val="0"/>
              </a:spcBef>
              <a:buAutoNum type="romanLcPeriod"/>
            </a:pPr>
            <a:r>
              <a:rPr lang="en-MY" sz="1600" dirty="0"/>
              <a:t>Business Registration Type</a:t>
            </a:r>
          </a:p>
          <a:p>
            <a:pPr marL="571500" indent="-571500">
              <a:lnSpc>
                <a:spcPct val="100000"/>
              </a:lnSpc>
              <a:spcBef>
                <a:spcPts val="0"/>
              </a:spcBef>
              <a:buAutoNum type="romanLcPeriod"/>
            </a:pPr>
            <a:r>
              <a:rPr lang="en-MY" sz="1600" dirty="0"/>
              <a:t>Date of Incorporation</a:t>
            </a:r>
          </a:p>
          <a:p>
            <a:pPr marL="571500" indent="-571500">
              <a:lnSpc>
                <a:spcPct val="100000"/>
              </a:lnSpc>
              <a:spcBef>
                <a:spcPts val="0"/>
              </a:spcBef>
              <a:buAutoNum type="romanLcPeriod"/>
            </a:pPr>
            <a:r>
              <a:rPr lang="en-MY" sz="1600" dirty="0"/>
              <a:t>Registered Address</a:t>
            </a:r>
          </a:p>
          <a:p>
            <a:pPr marL="571500" indent="-571500">
              <a:lnSpc>
                <a:spcPct val="100000"/>
              </a:lnSpc>
              <a:spcBef>
                <a:spcPts val="0"/>
              </a:spcBef>
              <a:buAutoNum type="romanLcPeriod"/>
            </a:pPr>
            <a:r>
              <a:rPr lang="en-MY" sz="1600" dirty="0"/>
              <a:t>Business Nature / Industry Code</a:t>
            </a:r>
          </a:p>
          <a:p>
            <a:pPr marL="571500" indent="-571500">
              <a:lnSpc>
                <a:spcPct val="100000"/>
              </a:lnSpc>
              <a:spcBef>
                <a:spcPts val="0"/>
              </a:spcBef>
              <a:buAutoNum type="romanLcPeriod"/>
            </a:pPr>
            <a:r>
              <a:rPr lang="en-MY" sz="1600" dirty="0"/>
              <a:t>Contact Details</a:t>
            </a:r>
          </a:p>
          <a:p>
            <a:pPr marL="571500" indent="-571500">
              <a:lnSpc>
                <a:spcPct val="100000"/>
              </a:lnSpc>
              <a:spcBef>
                <a:spcPts val="0"/>
              </a:spcBef>
              <a:buAutoNum type="romanLcPeriod"/>
            </a:pPr>
            <a:endParaRPr lang="en-MY" sz="1600" dirty="0"/>
          </a:p>
          <a:p>
            <a:pPr marL="0" indent="0">
              <a:lnSpc>
                <a:spcPct val="100000"/>
              </a:lnSpc>
              <a:spcBef>
                <a:spcPts val="0"/>
              </a:spcBef>
              <a:buNone/>
            </a:pPr>
            <a:r>
              <a:rPr lang="en-MY" sz="1600" dirty="0"/>
              <a:t>✓ Authorized Signatory Information</a:t>
            </a:r>
          </a:p>
          <a:p>
            <a:pPr marL="400050" indent="-400050">
              <a:lnSpc>
                <a:spcPct val="100000"/>
              </a:lnSpc>
              <a:spcBef>
                <a:spcPts val="0"/>
              </a:spcBef>
              <a:buAutoNum type="romanLcPeriod"/>
            </a:pPr>
            <a:r>
              <a:rPr lang="en-MY" sz="1600" dirty="0"/>
              <a:t>Name</a:t>
            </a:r>
          </a:p>
          <a:p>
            <a:pPr marL="400050" indent="-400050">
              <a:lnSpc>
                <a:spcPct val="100000"/>
              </a:lnSpc>
              <a:spcBef>
                <a:spcPts val="0"/>
              </a:spcBef>
              <a:buAutoNum type="romanLcPeriod"/>
            </a:pPr>
            <a:r>
              <a:rPr lang="en-MY" sz="1600" dirty="0"/>
              <a:t>Identification Number</a:t>
            </a:r>
          </a:p>
          <a:p>
            <a:pPr marL="400050" indent="-400050">
              <a:lnSpc>
                <a:spcPct val="100000"/>
              </a:lnSpc>
              <a:spcBef>
                <a:spcPts val="0"/>
              </a:spcBef>
              <a:buAutoNum type="romanLcPeriod"/>
            </a:pPr>
            <a:r>
              <a:rPr lang="en-MY" sz="1600" dirty="0"/>
              <a:t>Designation</a:t>
            </a:r>
          </a:p>
          <a:p>
            <a:pPr marL="400050" indent="-400050">
              <a:lnSpc>
                <a:spcPct val="100000"/>
              </a:lnSpc>
              <a:spcBef>
                <a:spcPts val="0"/>
              </a:spcBef>
              <a:buAutoNum type="romanLcPeriod"/>
            </a:pPr>
            <a:endParaRPr lang="en-MY" sz="1600" dirty="0"/>
          </a:p>
          <a:p>
            <a:pPr marL="0" indent="0">
              <a:lnSpc>
                <a:spcPct val="100000"/>
              </a:lnSpc>
              <a:spcBef>
                <a:spcPts val="0"/>
              </a:spcBef>
              <a:buNone/>
            </a:pPr>
            <a:r>
              <a:rPr lang="en-MY" sz="1600" dirty="0"/>
              <a:t>✓ Guarantor Information (if applicable)</a:t>
            </a:r>
          </a:p>
          <a:p>
            <a:pPr marL="400050" indent="-400050">
              <a:lnSpc>
                <a:spcPct val="100000"/>
              </a:lnSpc>
              <a:spcBef>
                <a:spcPts val="0"/>
              </a:spcBef>
              <a:buAutoNum type="romanLcPeriod"/>
            </a:pPr>
            <a:r>
              <a:rPr lang="en-MY" sz="1600" dirty="0"/>
              <a:t>Name</a:t>
            </a:r>
          </a:p>
          <a:p>
            <a:pPr marL="400050" indent="-400050">
              <a:lnSpc>
                <a:spcPct val="100000"/>
              </a:lnSpc>
              <a:spcBef>
                <a:spcPts val="0"/>
              </a:spcBef>
              <a:buAutoNum type="romanLcPeriod"/>
            </a:pPr>
            <a:r>
              <a:rPr lang="en-MY" sz="1600" dirty="0"/>
              <a:t>Identification Number</a:t>
            </a:r>
          </a:p>
          <a:p>
            <a:pPr marL="400050" indent="-400050">
              <a:lnSpc>
                <a:spcPct val="100000"/>
              </a:lnSpc>
              <a:spcBef>
                <a:spcPts val="0"/>
              </a:spcBef>
              <a:buAutoNum type="romanLcPeriod"/>
            </a:pPr>
            <a:r>
              <a:rPr lang="en-MY" sz="1600" dirty="0"/>
              <a:t>Address</a:t>
            </a:r>
          </a:p>
          <a:p>
            <a:pPr marL="400050" indent="-400050">
              <a:lnSpc>
                <a:spcPct val="100000"/>
              </a:lnSpc>
              <a:spcBef>
                <a:spcPts val="0"/>
              </a:spcBef>
              <a:buAutoNum type="romanLcPeriod"/>
            </a:pPr>
            <a:r>
              <a:rPr lang="en-MY" sz="1600" dirty="0"/>
              <a:t>Contact Details</a:t>
            </a:r>
          </a:p>
          <a:p>
            <a:pPr marL="400050" indent="-400050">
              <a:lnSpc>
                <a:spcPct val="100000"/>
              </a:lnSpc>
              <a:spcBef>
                <a:spcPts val="0"/>
              </a:spcBef>
              <a:buAutoNum type="romanLcPeriod"/>
            </a:pPr>
            <a:endParaRPr lang="en-MY" sz="1600" dirty="0"/>
          </a:p>
          <a:p>
            <a:pPr marL="0" indent="0">
              <a:lnSpc>
                <a:spcPct val="100000"/>
              </a:lnSpc>
              <a:spcBef>
                <a:spcPts val="0"/>
              </a:spcBef>
              <a:buNone/>
            </a:pPr>
            <a:r>
              <a:rPr lang="en-MY" sz="1600" dirty="0"/>
              <a:t>✓ CCRIS Information</a:t>
            </a:r>
          </a:p>
          <a:p>
            <a:pPr marL="400050" indent="-400050">
              <a:lnSpc>
                <a:spcPct val="100000"/>
              </a:lnSpc>
              <a:spcBef>
                <a:spcPts val="0"/>
              </a:spcBef>
              <a:buAutoNum type="romanLcPeriod"/>
            </a:pPr>
            <a:r>
              <a:rPr lang="en-MY" sz="1600" dirty="0"/>
              <a:t>Customer Details</a:t>
            </a:r>
          </a:p>
          <a:p>
            <a:pPr marL="400050" indent="-400050">
              <a:lnSpc>
                <a:spcPct val="100000"/>
              </a:lnSpc>
              <a:spcBef>
                <a:spcPts val="0"/>
              </a:spcBef>
              <a:buAutoNum type="romanLcPeriod"/>
            </a:pPr>
            <a:r>
              <a:rPr lang="en-MY" sz="1600" dirty="0"/>
              <a:t>Guarantor Details</a:t>
            </a:r>
          </a:p>
          <a:p>
            <a:pPr marL="400050" indent="-400050">
              <a:lnSpc>
                <a:spcPct val="100000"/>
              </a:lnSpc>
              <a:spcBef>
                <a:spcPts val="0"/>
              </a:spcBef>
              <a:buAutoNum type="romanLcPeriod"/>
            </a:pPr>
            <a:r>
              <a:rPr lang="en-MY" sz="1600" dirty="0"/>
              <a:t>Consent and Declaration Information</a:t>
            </a:r>
          </a:p>
          <a:p>
            <a:pPr marL="0" indent="0">
              <a:lnSpc>
                <a:spcPct val="100000"/>
              </a:lnSpc>
              <a:spcBef>
                <a:spcPts val="0"/>
              </a:spcBef>
              <a:buNone/>
            </a:pPr>
            <a:endParaRPr lang="en-MY" sz="1600" dirty="0"/>
          </a:p>
        </p:txBody>
      </p:sp>
      <p:sp>
        <p:nvSpPr>
          <p:cNvPr id="2" name="Slide Number Placeholder 1">
            <a:extLst>
              <a:ext uri="{FF2B5EF4-FFF2-40B4-BE49-F238E27FC236}">
                <a16:creationId xmlns:a16="http://schemas.microsoft.com/office/drawing/2014/main" id="{CDE8519B-E3D5-5BFD-FFFE-CC79B93885B9}"/>
              </a:ext>
            </a:extLst>
          </p:cNvPr>
          <p:cNvSpPr>
            <a:spLocks noGrp="1"/>
          </p:cNvSpPr>
          <p:nvPr>
            <p:ph type="sldNum" sz="quarter" idx="12"/>
          </p:nvPr>
        </p:nvSpPr>
        <p:spPr/>
        <p:txBody>
          <a:bodyPr/>
          <a:lstStyle/>
          <a:p>
            <a:fld id="{FF41B0BD-F8EC-4301-BC51-0B1750CE8B9F}" type="slidenum">
              <a:rPr lang="en-US" smtClean="0"/>
              <a:pPr/>
              <a:t>8</a:t>
            </a:fld>
            <a:endParaRPr lang="en-US"/>
          </a:p>
        </p:txBody>
      </p:sp>
    </p:spTree>
    <p:extLst>
      <p:ext uri="{BB962C8B-B14F-4D97-AF65-F5344CB8AC3E}">
        <p14:creationId xmlns:p14="http://schemas.microsoft.com/office/powerpoint/2010/main" val="5474564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45B7F-E394-3A9A-C4C3-5683013D79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B11710-FDF3-4BBE-1035-5946ACFC9E67}"/>
              </a:ext>
            </a:extLst>
          </p:cNvPr>
          <p:cNvSpPr>
            <a:spLocks noGrp="1"/>
          </p:cNvSpPr>
          <p:nvPr>
            <p:ph type="title"/>
          </p:nvPr>
        </p:nvSpPr>
        <p:spPr>
          <a:xfrm>
            <a:off x="228600" y="365125"/>
            <a:ext cx="11772900" cy="812497"/>
          </a:xfrm>
        </p:spPr>
        <p:txBody>
          <a:bodyPr>
            <a:normAutofit/>
          </a:bodyPr>
          <a:lstStyle/>
          <a:p>
            <a:r>
              <a:rPr lang="en-US" sz="4000" b="1" dirty="0"/>
              <a:t>As Is Process :</a:t>
            </a:r>
            <a:endParaRPr lang="en-MY" sz="4000" b="1" dirty="0"/>
          </a:p>
        </p:txBody>
      </p:sp>
      <p:sp>
        <p:nvSpPr>
          <p:cNvPr id="8" name="Content Placeholder 7">
            <a:extLst>
              <a:ext uri="{FF2B5EF4-FFF2-40B4-BE49-F238E27FC236}">
                <a16:creationId xmlns:a16="http://schemas.microsoft.com/office/drawing/2014/main" id="{0C3544A9-C507-E960-CAFE-62A12FD78455}"/>
              </a:ext>
            </a:extLst>
          </p:cNvPr>
          <p:cNvSpPr>
            <a:spLocks noGrp="1"/>
          </p:cNvSpPr>
          <p:nvPr>
            <p:ph idx="1"/>
          </p:nvPr>
        </p:nvSpPr>
        <p:spPr>
          <a:xfrm>
            <a:off x="6433458" y="925287"/>
            <a:ext cx="4957630" cy="5336760"/>
          </a:xfrm>
        </p:spPr>
        <p:txBody>
          <a:bodyPr>
            <a:normAutofit fontScale="47500" lnSpcReduction="20000"/>
          </a:bodyPr>
          <a:lstStyle/>
          <a:p>
            <a:pPr marL="0" indent="0">
              <a:buNone/>
            </a:pPr>
            <a:endParaRPr lang="en-US" b="1" u="sng" dirty="0"/>
          </a:p>
          <a:p>
            <a:pPr marL="0" indent="0">
              <a:buNone/>
            </a:pPr>
            <a:r>
              <a:rPr lang="en-US" sz="3300" b="1" dirty="0"/>
              <a:t>Step 3 – Testing</a:t>
            </a:r>
            <a:endParaRPr lang="en-US" sz="3300" dirty="0"/>
          </a:p>
          <a:p>
            <a:pPr marL="514350" indent="-514350">
              <a:buAutoNum type="arabicPeriod"/>
            </a:pPr>
            <a:r>
              <a:rPr lang="en-MY" dirty="0"/>
              <a:t>Compare customer information captured in CLS against the supporting documents.</a:t>
            </a:r>
          </a:p>
          <a:p>
            <a:pPr marL="514350" indent="-514350">
              <a:buAutoNum type="arabicPeriod"/>
            </a:pPr>
            <a:r>
              <a:rPr lang="en-MY" dirty="0"/>
              <a:t>Compare customer and guarantor information captured in CCRIS against the supporting documents.</a:t>
            </a:r>
          </a:p>
          <a:p>
            <a:pPr marL="514350" indent="-514350">
              <a:buAutoNum type="arabicPeriod"/>
            </a:pPr>
            <a:r>
              <a:rPr lang="en-MY" dirty="0"/>
              <a:t>Verify the completeness and accuracy of mandatory fields.</a:t>
            </a:r>
          </a:p>
          <a:p>
            <a:pPr marL="514350" indent="-514350">
              <a:buAutoNum type="arabicPeriod"/>
            </a:pPr>
            <a:r>
              <a:rPr lang="en-MY" dirty="0"/>
              <a:t>Record testing results and supporting evidence in the KCT working paper.</a:t>
            </a:r>
          </a:p>
          <a:p>
            <a:pPr marL="514350" indent="-514350">
              <a:buAutoNum type="arabicPeriod"/>
            </a:pPr>
            <a:r>
              <a:rPr lang="en-MY" dirty="0"/>
              <a:t>Investigate and discuss any discrepancies or exceptions identified.</a:t>
            </a:r>
            <a:endParaRPr lang="en-US" b="1" u="sng" dirty="0"/>
          </a:p>
          <a:p>
            <a:pPr marL="0" indent="0">
              <a:buNone/>
            </a:pPr>
            <a:r>
              <a:rPr lang="en-US" sz="3300" b="1" dirty="0"/>
              <a:t>Step 4 – Conclusion</a:t>
            </a:r>
            <a:endParaRPr lang="en-US" sz="3300" dirty="0"/>
          </a:p>
          <a:p>
            <a:pPr marL="514350" indent="-514350">
              <a:buAutoNum type="arabicPeriod"/>
            </a:pPr>
            <a:r>
              <a:rPr lang="en-MY" dirty="0"/>
              <a:t>Re-validate whether the explanation and supporting evidence sufficiently address identified exceptions.</a:t>
            </a:r>
          </a:p>
          <a:p>
            <a:pPr marL="514350" indent="-514350">
              <a:buAutoNum type="arabicPeriod"/>
            </a:pPr>
            <a:r>
              <a:rPr lang="en-MY" dirty="0"/>
              <a:t>Conclude the testing result:</a:t>
            </a:r>
          </a:p>
          <a:p>
            <a:pPr lvl="1"/>
            <a:r>
              <a:rPr lang="en-MY" dirty="0"/>
              <a:t>Pass: Information in CLS and CCRIS is complete, accurate, and supported by source documents.</a:t>
            </a:r>
          </a:p>
          <a:p>
            <a:pPr lvl="1"/>
            <a:r>
              <a:rPr lang="en-MY" dirty="0"/>
              <a:t>Fail: Material discrepancies, missing information, or unsupported data are identified.</a:t>
            </a:r>
          </a:p>
          <a:p>
            <a:pPr marL="514350" indent="-514350">
              <a:buFont typeface="+mj-lt"/>
              <a:buAutoNum type="arabicPeriod"/>
            </a:pPr>
            <a:r>
              <a:rPr lang="en-MY" dirty="0"/>
              <a:t>Update the working paper with the final testing conclusion.</a:t>
            </a:r>
          </a:p>
          <a:p>
            <a:pPr marL="514350" indent="-514350">
              <a:buFont typeface="+mj-lt"/>
              <a:buAutoNum type="arabicPeriod"/>
            </a:pPr>
            <a:r>
              <a:rPr lang="en-MY" dirty="0"/>
              <a:t>Submit the completed testing results for review and approval.</a:t>
            </a:r>
            <a:endParaRPr lang="en-US" dirty="0"/>
          </a:p>
          <a:p>
            <a:endParaRPr lang="en-US" dirty="0"/>
          </a:p>
          <a:p>
            <a:endParaRPr lang="en-US" dirty="0"/>
          </a:p>
          <a:p>
            <a:endParaRPr lang="en-US" dirty="0"/>
          </a:p>
          <a:p>
            <a:endParaRPr lang="en-MY" dirty="0"/>
          </a:p>
        </p:txBody>
      </p:sp>
      <p:sp>
        <p:nvSpPr>
          <p:cNvPr id="7" name="Slide Number Placeholder 6">
            <a:extLst>
              <a:ext uri="{FF2B5EF4-FFF2-40B4-BE49-F238E27FC236}">
                <a16:creationId xmlns:a16="http://schemas.microsoft.com/office/drawing/2014/main" id="{1B518122-B0B9-E17B-0439-00AECD1B6B90}"/>
              </a:ext>
            </a:extLst>
          </p:cNvPr>
          <p:cNvSpPr>
            <a:spLocks noGrp="1"/>
          </p:cNvSpPr>
          <p:nvPr>
            <p:ph type="sldNum" sz="quarter" idx="12"/>
          </p:nvPr>
        </p:nvSpPr>
        <p:spPr/>
        <p:txBody>
          <a:bodyPr/>
          <a:lstStyle/>
          <a:p>
            <a:fld id="{FF41B0BD-F8EC-4301-BC51-0B1750CE8B9F}" type="slidenum">
              <a:rPr lang="en-US" smtClean="0"/>
              <a:pPr/>
              <a:t>9</a:t>
            </a:fld>
            <a:endParaRPr lang="en-US"/>
          </a:p>
        </p:txBody>
      </p:sp>
      <p:sp>
        <p:nvSpPr>
          <p:cNvPr id="12" name="Content Placeholder 7">
            <a:extLst>
              <a:ext uri="{FF2B5EF4-FFF2-40B4-BE49-F238E27FC236}">
                <a16:creationId xmlns:a16="http://schemas.microsoft.com/office/drawing/2014/main" id="{D2652AFC-5753-59B7-2699-EA53A4128EAC}"/>
              </a:ext>
            </a:extLst>
          </p:cNvPr>
          <p:cNvSpPr txBox="1">
            <a:spLocks/>
          </p:cNvSpPr>
          <p:nvPr/>
        </p:nvSpPr>
        <p:spPr>
          <a:xfrm>
            <a:off x="304800" y="1177622"/>
            <a:ext cx="5377543" cy="5010453"/>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 </a:t>
            </a:r>
            <a:r>
              <a:rPr lang="en-US" sz="3300" b="1" dirty="0"/>
              <a:t>Step 1 – KCT Review</a:t>
            </a:r>
          </a:p>
          <a:p>
            <a:pPr marL="514350" indent="-514350">
              <a:buFont typeface="+mj-lt"/>
              <a:buAutoNum type="arabicPeriod"/>
            </a:pPr>
            <a:r>
              <a:rPr lang="en-MY" dirty="0"/>
              <a:t>Open the KCT working paper (Excel file).</a:t>
            </a:r>
          </a:p>
          <a:p>
            <a:pPr marL="514350" indent="-514350">
              <a:buFont typeface="+mj-lt"/>
              <a:buAutoNum type="arabicPeriod"/>
            </a:pPr>
            <a:r>
              <a:rPr lang="en-MY" dirty="0"/>
              <a:t>Review and understand the control objective, control requirements, and testing procedures.</a:t>
            </a:r>
          </a:p>
          <a:p>
            <a:pPr marL="514350" indent="-514350">
              <a:buFont typeface="+mj-lt"/>
              <a:buAutoNum type="arabicPeriod"/>
            </a:pPr>
            <a:r>
              <a:rPr lang="en-MY" dirty="0"/>
              <a:t>Identify the testing frequency (Annual, Semi-Annual, or Quarterly).</a:t>
            </a:r>
          </a:p>
          <a:p>
            <a:pPr marL="514350" indent="-514350">
              <a:buFont typeface="+mj-lt"/>
              <a:buAutoNum type="arabicPeriod"/>
            </a:pPr>
            <a:r>
              <a:rPr lang="en-MY" dirty="0"/>
              <a:t>Determine and select the required sample size based on the approved KCT methodology.</a:t>
            </a:r>
          </a:p>
          <a:p>
            <a:pPr marL="0" indent="0">
              <a:buNone/>
            </a:pPr>
            <a:r>
              <a:rPr lang="en-US" sz="3300" b="1" dirty="0"/>
              <a:t>Step 2 – Sampling</a:t>
            </a:r>
            <a:endParaRPr lang="en-US" sz="3300" dirty="0"/>
          </a:p>
          <a:p>
            <a:pPr marL="514350" indent="-514350">
              <a:buFont typeface="Arial" panose="020B0604020202020204" pitchFamily="34" charset="0"/>
              <a:buAutoNum type="arabicPeriod"/>
            </a:pPr>
            <a:r>
              <a:rPr lang="en-MY" dirty="0"/>
              <a:t>Prepare the sample request list for selected CIF creation cases.</a:t>
            </a:r>
          </a:p>
          <a:p>
            <a:pPr marL="514350" indent="-514350">
              <a:buFont typeface="Arial" panose="020B0604020202020204" pitchFamily="34" charset="0"/>
              <a:buAutoNum type="arabicPeriod"/>
            </a:pPr>
            <a:r>
              <a:rPr lang="en-MY" dirty="0"/>
              <a:t>Obtain supporting documents from the Business Unit (BU) / Relationship Manager (RM):</a:t>
            </a:r>
          </a:p>
          <a:p>
            <a:pPr lvl="1"/>
            <a:r>
              <a:rPr lang="en-MY" dirty="0"/>
              <a:t>Application Form</a:t>
            </a:r>
          </a:p>
          <a:p>
            <a:pPr lvl="1"/>
            <a:r>
              <a:rPr lang="en-MY" dirty="0"/>
              <a:t>CCRIS Form</a:t>
            </a:r>
          </a:p>
          <a:p>
            <a:pPr lvl="1"/>
            <a:r>
              <a:rPr lang="en-MY" dirty="0"/>
              <a:t>Guarantor Form (if applicable)</a:t>
            </a:r>
          </a:p>
          <a:p>
            <a:pPr lvl="1"/>
            <a:r>
              <a:rPr lang="en-MY" dirty="0"/>
              <a:t>SSM Documents</a:t>
            </a:r>
          </a:p>
          <a:p>
            <a:pPr lvl="1"/>
            <a:r>
              <a:rPr lang="en-MY" dirty="0"/>
              <a:t>Email Request</a:t>
            </a:r>
          </a:p>
          <a:p>
            <a:pPr lvl="1"/>
            <a:r>
              <a:rPr lang="en-MY" dirty="0"/>
              <a:t>Follow up on any outstanding document requests.</a:t>
            </a:r>
            <a:endParaRPr lang="en-US" dirty="0"/>
          </a:p>
          <a:p>
            <a:pPr marL="514350" indent="-514350">
              <a:buFont typeface="Arial" panose="020B0604020202020204" pitchFamily="34" charset="0"/>
              <a:buAutoNum type="arabicPeriod" startAt="5"/>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endParaRPr lang="en-US" dirty="0"/>
          </a:p>
          <a:p>
            <a:endParaRPr lang="en-US" dirty="0"/>
          </a:p>
          <a:p>
            <a:endParaRPr lang="en-US" dirty="0"/>
          </a:p>
          <a:p>
            <a:endParaRPr lang="en-MY" dirty="0"/>
          </a:p>
        </p:txBody>
      </p:sp>
    </p:spTree>
    <p:extLst>
      <p:ext uri="{BB962C8B-B14F-4D97-AF65-F5344CB8AC3E}">
        <p14:creationId xmlns:p14="http://schemas.microsoft.com/office/powerpoint/2010/main" val="34379755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815C8-C1E1-6AC0-F64F-85A9D68457D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658225A-EE10-2B09-0F70-4B43905A55A9}"/>
              </a:ext>
            </a:extLst>
          </p:cNvPr>
          <p:cNvSpPr>
            <a:spLocks noGrp="1"/>
          </p:cNvSpPr>
          <p:nvPr>
            <p:ph type="title"/>
          </p:nvPr>
        </p:nvSpPr>
        <p:spPr/>
        <p:txBody>
          <a:bodyPr/>
          <a:lstStyle/>
          <a:p>
            <a:r>
              <a:rPr lang="en-US" dirty="0"/>
              <a:t>Hypothesis &amp; </a:t>
            </a:r>
            <a:r>
              <a:rPr lang="en-MY" dirty="0"/>
              <a:t>Target Outcome</a:t>
            </a:r>
            <a:endParaRPr lang="en-US" dirty="0"/>
          </a:p>
        </p:txBody>
      </p:sp>
      <p:sp>
        <p:nvSpPr>
          <p:cNvPr id="2" name="Slide Number Placeholder 1">
            <a:extLst>
              <a:ext uri="{FF2B5EF4-FFF2-40B4-BE49-F238E27FC236}">
                <a16:creationId xmlns:a16="http://schemas.microsoft.com/office/drawing/2014/main" id="{18A5F1C1-FFBB-CE97-E266-28E340C82EA3}"/>
              </a:ext>
            </a:extLst>
          </p:cNvPr>
          <p:cNvSpPr>
            <a:spLocks noGrp="1"/>
          </p:cNvSpPr>
          <p:nvPr>
            <p:ph type="sldNum" sz="quarter" idx="12"/>
          </p:nvPr>
        </p:nvSpPr>
        <p:spPr/>
        <p:txBody>
          <a:bodyPr/>
          <a:lstStyle/>
          <a:p>
            <a:fld id="{FF41B0BD-F8EC-4301-BC51-0B1750CE8B9F}" type="slidenum">
              <a:rPr lang="en-US" smtClean="0"/>
              <a:pPr/>
              <a:t>10</a:t>
            </a:fld>
            <a:endParaRPr lang="en-US"/>
          </a:p>
        </p:txBody>
      </p:sp>
      <p:graphicFrame>
        <p:nvGraphicFramePr>
          <p:cNvPr id="13" name="Content Placeholder 12">
            <a:extLst>
              <a:ext uri="{FF2B5EF4-FFF2-40B4-BE49-F238E27FC236}">
                <a16:creationId xmlns:a16="http://schemas.microsoft.com/office/drawing/2014/main" id="{9377A117-EA18-FC07-BAF5-1F5B8DC85974}"/>
              </a:ext>
            </a:extLst>
          </p:cNvPr>
          <p:cNvGraphicFramePr>
            <a:graphicFrameLocks noGrp="1"/>
          </p:cNvGraphicFramePr>
          <p:nvPr>
            <p:ph sz="half" idx="1"/>
            <p:extLst>
              <p:ext uri="{D42A27DB-BD31-4B8C-83A1-F6EECF244321}">
                <p14:modId xmlns:p14="http://schemas.microsoft.com/office/powerpoint/2010/main" val="474163334"/>
              </p:ext>
            </p:extLst>
          </p:nvPr>
        </p:nvGraphicFramePr>
        <p:xfrm>
          <a:off x="544286" y="1906686"/>
          <a:ext cx="5061857" cy="39162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7" name="Content Placeholder 16">
            <a:extLst>
              <a:ext uri="{FF2B5EF4-FFF2-40B4-BE49-F238E27FC236}">
                <a16:creationId xmlns:a16="http://schemas.microsoft.com/office/drawing/2014/main" id="{F1790810-A2CE-F2D4-70C3-BC1F4BC29723}"/>
              </a:ext>
            </a:extLst>
          </p:cNvPr>
          <p:cNvGraphicFramePr>
            <a:graphicFrameLocks noGrp="1"/>
          </p:cNvGraphicFramePr>
          <p:nvPr>
            <p:ph sz="half" idx="2"/>
            <p:extLst>
              <p:ext uri="{D42A27DB-BD31-4B8C-83A1-F6EECF244321}">
                <p14:modId xmlns:p14="http://schemas.microsoft.com/office/powerpoint/2010/main" val="210607106"/>
              </p:ext>
            </p:extLst>
          </p:nvPr>
        </p:nvGraphicFramePr>
        <p:xfrm>
          <a:off x="6286500" y="1755193"/>
          <a:ext cx="5715000" cy="4203155"/>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custDataLst>
      <p:tags r:id="rId1"/>
    </p:custDataLst>
    <p:extLst>
      <p:ext uri="{BB962C8B-B14F-4D97-AF65-F5344CB8AC3E}">
        <p14:creationId xmlns:p14="http://schemas.microsoft.com/office/powerpoint/2010/main" val="34661222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A2260F0-5407-4213-F3AB-720BBB54CEF0}"/>
              </a:ext>
            </a:extLst>
          </p:cNvPr>
          <p:cNvSpPr>
            <a:spLocks noGrp="1"/>
          </p:cNvSpPr>
          <p:nvPr>
            <p:ph type="title"/>
          </p:nvPr>
        </p:nvSpPr>
        <p:spPr>
          <a:xfrm>
            <a:off x="190501" y="237899"/>
            <a:ext cx="11810998" cy="984704"/>
          </a:xfrm>
        </p:spPr>
        <p:txBody>
          <a:bodyPr>
            <a:normAutofit fontScale="90000"/>
          </a:bodyPr>
          <a:lstStyle/>
          <a:p>
            <a:r>
              <a:rPr lang="en-US" dirty="0"/>
              <a:t>Common Exceptions Identified &amp; </a:t>
            </a:r>
            <a:br>
              <a:rPr lang="en-US" dirty="0"/>
            </a:br>
            <a:r>
              <a:rPr lang="en-US" dirty="0"/>
              <a:t>Exception Mapping  </a:t>
            </a:r>
          </a:p>
        </p:txBody>
      </p:sp>
      <p:sp>
        <p:nvSpPr>
          <p:cNvPr id="2" name="Slide Number Placeholder 1">
            <a:extLst>
              <a:ext uri="{FF2B5EF4-FFF2-40B4-BE49-F238E27FC236}">
                <a16:creationId xmlns:a16="http://schemas.microsoft.com/office/drawing/2014/main" id="{BCB0BA30-74D2-DF7A-A8F2-B75E4E7D9E30}"/>
              </a:ext>
            </a:extLst>
          </p:cNvPr>
          <p:cNvSpPr>
            <a:spLocks noGrp="1"/>
          </p:cNvSpPr>
          <p:nvPr>
            <p:ph type="sldNum" sz="quarter" idx="12"/>
          </p:nvPr>
        </p:nvSpPr>
        <p:spPr/>
        <p:txBody>
          <a:bodyPr/>
          <a:lstStyle/>
          <a:p>
            <a:fld id="{FF41B0BD-F8EC-4301-BC51-0B1750CE8B9F}" type="slidenum">
              <a:rPr lang="en-US" smtClean="0"/>
              <a:pPr/>
              <a:t>11</a:t>
            </a:fld>
            <a:endParaRPr lang="en-US"/>
          </a:p>
        </p:txBody>
      </p:sp>
      <p:graphicFrame>
        <p:nvGraphicFramePr>
          <p:cNvPr id="11" name="Content Placeholder 10">
            <a:extLst>
              <a:ext uri="{FF2B5EF4-FFF2-40B4-BE49-F238E27FC236}">
                <a16:creationId xmlns:a16="http://schemas.microsoft.com/office/drawing/2014/main" id="{44A77A32-C55D-A3F7-908F-032654B145FE}"/>
              </a:ext>
            </a:extLst>
          </p:cNvPr>
          <p:cNvGraphicFramePr>
            <a:graphicFrameLocks noGrp="1"/>
          </p:cNvGraphicFramePr>
          <p:nvPr>
            <p:ph sz="half" idx="1"/>
            <p:extLst>
              <p:ext uri="{D42A27DB-BD31-4B8C-83A1-F6EECF244321}">
                <p14:modId xmlns:p14="http://schemas.microsoft.com/office/powerpoint/2010/main" val="2942467524"/>
              </p:ext>
            </p:extLst>
          </p:nvPr>
        </p:nvGraphicFramePr>
        <p:xfrm>
          <a:off x="190501" y="1431200"/>
          <a:ext cx="5187042" cy="5298986"/>
        </p:xfrm>
        <a:graphic>
          <a:graphicData uri="http://schemas.openxmlformats.org/drawingml/2006/table">
            <a:tbl>
              <a:tblPr firstRow="1" bandRow="1">
                <a:tableStyleId>{F5AB1C69-6EDB-4FF4-983F-18BD219EF322}</a:tableStyleId>
              </a:tblPr>
              <a:tblGrid>
                <a:gridCol w="503885">
                  <a:extLst>
                    <a:ext uri="{9D8B030D-6E8A-4147-A177-3AD203B41FA5}">
                      <a16:colId xmlns:a16="http://schemas.microsoft.com/office/drawing/2014/main" val="2026347493"/>
                    </a:ext>
                  </a:extLst>
                </a:gridCol>
                <a:gridCol w="4683157">
                  <a:extLst>
                    <a:ext uri="{9D8B030D-6E8A-4147-A177-3AD203B41FA5}">
                      <a16:colId xmlns:a16="http://schemas.microsoft.com/office/drawing/2014/main" val="1611978847"/>
                    </a:ext>
                  </a:extLst>
                </a:gridCol>
              </a:tblGrid>
              <a:tr h="471352">
                <a:tc>
                  <a:txBody>
                    <a:bodyPr/>
                    <a:lstStyle/>
                    <a:p>
                      <a:pPr algn="ctr" fontAlgn="ctr">
                        <a:buNone/>
                      </a:pPr>
                      <a:r>
                        <a:rPr lang="en-MY" sz="1800" b="1" u="none" strike="noStrike" dirty="0">
                          <a:solidFill>
                            <a:srgbClr val="000000"/>
                          </a:solidFill>
                          <a:effectLst/>
                        </a:rPr>
                        <a:t>No.</a:t>
                      </a:r>
                      <a:endParaRPr lang="en-MY" sz="1800" b="1" i="0" u="none" strike="noStrike" dirty="0">
                        <a:solidFill>
                          <a:srgbClr val="000000"/>
                        </a:solidFill>
                        <a:effectLst/>
                        <a:latin typeface="Aptos Narrow" panose="020B0004020202020204" pitchFamily="34" charset="0"/>
                      </a:endParaRPr>
                    </a:p>
                  </a:txBody>
                  <a:tcPr marL="6350" marR="6350" marT="6350" marB="0" anchor="ctr"/>
                </a:tc>
                <a:tc>
                  <a:txBody>
                    <a:bodyPr/>
                    <a:lstStyle/>
                    <a:p>
                      <a:pPr algn="ctr" fontAlgn="ctr">
                        <a:buNone/>
                      </a:pPr>
                      <a:r>
                        <a:rPr lang="en-MY" sz="1800" b="1" u="none" strike="noStrike" dirty="0">
                          <a:solidFill>
                            <a:srgbClr val="000000"/>
                          </a:solidFill>
                          <a:effectLst/>
                        </a:rPr>
                        <a:t>Exception Identified</a:t>
                      </a:r>
                      <a:endParaRPr lang="en-MY" sz="1800" b="1" i="0" u="none" strike="noStrike" dirty="0">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1102116225"/>
                  </a:ext>
                </a:extLst>
              </a:tr>
              <a:tr h="471352">
                <a:tc>
                  <a:txBody>
                    <a:bodyPr/>
                    <a:lstStyle/>
                    <a:p>
                      <a:pPr algn="ctr" fontAlgn="ctr">
                        <a:buNone/>
                      </a:pPr>
                      <a:r>
                        <a:rPr lang="en-MY" sz="1800" b="0" u="none" strike="noStrike" dirty="0">
                          <a:solidFill>
                            <a:srgbClr val="000000"/>
                          </a:solidFill>
                          <a:effectLst/>
                        </a:rPr>
                        <a:t>1</a:t>
                      </a:r>
                      <a:endParaRPr lang="en-MY" sz="1800" b="0" i="0" u="none" strike="noStrike" dirty="0">
                        <a:solidFill>
                          <a:srgbClr val="000000"/>
                        </a:solidFill>
                        <a:effectLst/>
                        <a:latin typeface="Aptos Narrow" panose="020B0004020202020204" pitchFamily="34" charset="0"/>
                      </a:endParaRPr>
                    </a:p>
                  </a:txBody>
                  <a:tcPr marL="6350" marR="6350" marT="6350" marB="0" anchor="ctr"/>
                </a:tc>
                <a:tc>
                  <a:txBody>
                    <a:bodyPr/>
                    <a:lstStyle/>
                    <a:p>
                      <a:pPr algn="l" fontAlgn="ctr">
                        <a:buNone/>
                      </a:pPr>
                      <a:r>
                        <a:rPr lang="en-MY" sz="1800" b="0" u="none" strike="noStrike" dirty="0">
                          <a:solidFill>
                            <a:srgbClr val="000000"/>
                          </a:solidFill>
                          <a:effectLst/>
                        </a:rPr>
                        <a:t>Customer name in CLS differs from Application Form / SSM</a:t>
                      </a:r>
                      <a:endParaRPr lang="en-MY" sz="1800" b="0" i="0" u="none" strike="noStrike" dirty="0">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2874783627"/>
                  </a:ext>
                </a:extLst>
              </a:tr>
              <a:tr h="471352">
                <a:tc>
                  <a:txBody>
                    <a:bodyPr/>
                    <a:lstStyle/>
                    <a:p>
                      <a:pPr algn="ctr" fontAlgn="ctr">
                        <a:buNone/>
                      </a:pPr>
                      <a:r>
                        <a:rPr lang="en-MY" sz="1800" b="0" u="none" strike="noStrike">
                          <a:solidFill>
                            <a:srgbClr val="000000"/>
                          </a:solidFill>
                          <a:effectLst/>
                        </a:rPr>
                        <a:t>2</a:t>
                      </a:r>
                      <a:endParaRPr lang="en-MY" sz="1800" b="0" i="0" u="none" strike="noStrike">
                        <a:solidFill>
                          <a:srgbClr val="000000"/>
                        </a:solidFill>
                        <a:effectLst/>
                        <a:latin typeface="Aptos Narrow" panose="020B0004020202020204" pitchFamily="34" charset="0"/>
                      </a:endParaRPr>
                    </a:p>
                  </a:txBody>
                  <a:tcPr marL="6350" marR="6350" marT="6350" marB="0" anchor="ctr"/>
                </a:tc>
                <a:tc>
                  <a:txBody>
                    <a:bodyPr/>
                    <a:lstStyle/>
                    <a:p>
                      <a:pPr algn="l" fontAlgn="ctr">
                        <a:buNone/>
                      </a:pPr>
                      <a:r>
                        <a:rPr lang="en-MY" sz="1800" b="0" u="none" strike="noStrike" dirty="0">
                          <a:solidFill>
                            <a:srgbClr val="000000"/>
                          </a:solidFill>
                          <a:effectLst/>
                        </a:rPr>
                        <a:t>Company registration number incorrectly keyed in CLS</a:t>
                      </a:r>
                      <a:endParaRPr lang="en-MY" sz="1800" b="0" i="0" u="none" strike="noStrike" dirty="0">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675410746"/>
                  </a:ext>
                </a:extLst>
              </a:tr>
              <a:tr h="471352">
                <a:tc>
                  <a:txBody>
                    <a:bodyPr/>
                    <a:lstStyle/>
                    <a:p>
                      <a:pPr algn="ctr" fontAlgn="ctr">
                        <a:buNone/>
                      </a:pPr>
                      <a:r>
                        <a:rPr lang="en-MY" sz="1800" b="0" u="none" strike="noStrike" dirty="0">
                          <a:solidFill>
                            <a:srgbClr val="000000"/>
                          </a:solidFill>
                          <a:effectLst/>
                        </a:rPr>
                        <a:t>3</a:t>
                      </a:r>
                      <a:endParaRPr lang="en-MY" sz="1800" b="0" i="0" u="none" strike="noStrike" dirty="0">
                        <a:solidFill>
                          <a:srgbClr val="000000"/>
                        </a:solidFill>
                        <a:effectLst/>
                        <a:latin typeface="Aptos Narrow" panose="020B0004020202020204" pitchFamily="34" charset="0"/>
                      </a:endParaRPr>
                    </a:p>
                  </a:txBody>
                  <a:tcPr marL="6350" marR="6350" marT="6350" marB="0" anchor="ctr"/>
                </a:tc>
                <a:tc>
                  <a:txBody>
                    <a:bodyPr/>
                    <a:lstStyle/>
                    <a:p>
                      <a:pPr algn="l" fontAlgn="ctr">
                        <a:buNone/>
                      </a:pPr>
                      <a:r>
                        <a:rPr lang="en-MY" sz="1800" b="0" u="none" strike="noStrike" dirty="0">
                          <a:solidFill>
                            <a:srgbClr val="000000"/>
                          </a:solidFill>
                          <a:effectLst/>
                        </a:rPr>
                        <a:t>Registered address differs from SSM records</a:t>
                      </a:r>
                      <a:endParaRPr lang="en-MY" sz="1800" b="0" i="0" u="none" strike="noStrike" dirty="0">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1788059339"/>
                  </a:ext>
                </a:extLst>
              </a:tr>
              <a:tr h="471352">
                <a:tc>
                  <a:txBody>
                    <a:bodyPr/>
                    <a:lstStyle/>
                    <a:p>
                      <a:pPr algn="ctr" fontAlgn="ctr">
                        <a:buNone/>
                      </a:pPr>
                      <a:r>
                        <a:rPr lang="en-MY" sz="1800" b="0" u="none" strike="noStrike" dirty="0">
                          <a:solidFill>
                            <a:srgbClr val="000000"/>
                          </a:solidFill>
                          <a:effectLst/>
                        </a:rPr>
                        <a:t>4</a:t>
                      </a:r>
                      <a:endParaRPr lang="en-MY" sz="1800" b="0" i="0" u="none" strike="noStrike" dirty="0">
                        <a:solidFill>
                          <a:srgbClr val="000000"/>
                        </a:solidFill>
                        <a:effectLst/>
                        <a:latin typeface="Aptos Narrow" panose="020B0004020202020204" pitchFamily="34" charset="0"/>
                      </a:endParaRPr>
                    </a:p>
                  </a:txBody>
                  <a:tcPr marL="6350" marR="6350" marT="6350" marB="0" anchor="ctr"/>
                </a:tc>
                <a:tc>
                  <a:txBody>
                    <a:bodyPr/>
                    <a:lstStyle/>
                    <a:p>
                      <a:pPr algn="l" fontAlgn="ctr">
                        <a:buNone/>
                      </a:pPr>
                      <a:r>
                        <a:rPr lang="en-MY" sz="1800" b="0" u="none" strike="noStrike" dirty="0">
                          <a:solidFill>
                            <a:srgbClr val="000000"/>
                          </a:solidFill>
                          <a:effectLst/>
                        </a:rPr>
                        <a:t>Business nature / industry information incorrectly captured</a:t>
                      </a:r>
                      <a:endParaRPr lang="en-MY" sz="1800" b="0" i="0" u="none" strike="noStrike" dirty="0">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3284061267"/>
                  </a:ext>
                </a:extLst>
              </a:tr>
              <a:tr h="471352">
                <a:tc>
                  <a:txBody>
                    <a:bodyPr/>
                    <a:lstStyle/>
                    <a:p>
                      <a:pPr algn="ctr" fontAlgn="ctr">
                        <a:buNone/>
                      </a:pPr>
                      <a:r>
                        <a:rPr lang="en-MY" sz="1800" b="0" u="none" strike="noStrike" dirty="0">
                          <a:solidFill>
                            <a:srgbClr val="000000"/>
                          </a:solidFill>
                          <a:effectLst/>
                        </a:rPr>
                        <a:t>5</a:t>
                      </a:r>
                      <a:endParaRPr lang="en-MY" sz="1800" b="0" i="0" u="none" strike="noStrike" dirty="0">
                        <a:solidFill>
                          <a:srgbClr val="000000"/>
                        </a:solidFill>
                        <a:effectLst/>
                        <a:latin typeface="Aptos Narrow" panose="020B0004020202020204" pitchFamily="34" charset="0"/>
                      </a:endParaRPr>
                    </a:p>
                  </a:txBody>
                  <a:tcPr marL="6350" marR="6350" marT="6350" marB="0" anchor="ctr"/>
                </a:tc>
                <a:tc>
                  <a:txBody>
                    <a:bodyPr/>
                    <a:lstStyle/>
                    <a:p>
                      <a:pPr algn="l" fontAlgn="ctr">
                        <a:buNone/>
                      </a:pPr>
                      <a:r>
                        <a:rPr lang="en-MY" sz="1800" b="0" u="none" strike="noStrike" dirty="0">
                          <a:solidFill>
                            <a:srgbClr val="000000"/>
                          </a:solidFill>
                          <a:effectLst/>
                        </a:rPr>
                        <a:t>Director information differs from Application Form or SSM</a:t>
                      </a:r>
                      <a:endParaRPr lang="en-MY" sz="1800" b="0" i="0" u="none" strike="noStrike" dirty="0">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2201832394"/>
                  </a:ext>
                </a:extLst>
              </a:tr>
              <a:tr h="471352">
                <a:tc>
                  <a:txBody>
                    <a:bodyPr/>
                    <a:lstStyle/>
                    <a:p>
                      <a:pPr algn="ctr" fontAlgn="ctr">
                        <a:buNone/>
                      </a:pPr>
                      <a:r>
                        <a:rPr lang="en-MY" sz="1800" b="0" u="none" strike="noStrike" dirty="0">
                          <a:solidFill>
                            <a:srgbClr val="000000"/>
                          </a:solidFill>
                          <a:effectLst/>
                        </a:rPr>
                        <a:t>6</a:t>
                      </a:r>
                      <a:endParaRPr lang="en-MY" sz="1800" b="0" i="0" u="none" strike="noStrike" dirty="0">
                        <a:solidFill>
                          <a:srgbClr val="000000"/>
                        </a:solidFill>
                        <a:effectLst/>
                        <a:latin typeface="Aptos Narrow" panose="020B0004020202020204" pitchFamily="34" charset="0"/>
                      </a:endParaRPr>
                    </a:p>
                  </a:txBody>
                  <a:tcPr marL="6350" marR="6350" marT="6350" marB="0" anchor="ctr"/>
                </a:tc>
                <a:tc>
                  <a:txBody>
                    <a:bodyPr/>
                    <a:lstStyle/>
                    <a:p>
                      <a:pPr algn="l" fontAlgn="ctr">
                        <a:buNone/>
                      </a:pPr>
                      <a:r>
                        <a:rPr lang="en-MY" sz="1800" b="0" u="none" strike="noStrike" dirty="0">
                          <a:solidFill>
                            <a:srgbClr val="000000"/>
                          </a:solidFill>
                          <a:effectLst/>
                        </a:rPr>
                        <a:t>Guarantor information differs from Guarantor Form</a:t>
                      </a:r>
                      <a:endParaRPr lang="en-MY" sz="1800" b="0" i="0" u="none" strike="noStrike" dirty="0">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1572189308"/>
                  </a:ext>
                </a:extLst>
              </a:tr>
              <a:tr h="471352">
                <a:tc>
                  <a:txBody>
                    <a:bodyPr/>
                    <a:lstStyle/>
                    <a:p>
                      <a:pPr algn="ctr" fontAlgn="ctr">
                        <a:buNone/>
                      </a:pPr>
                      <a:r>
                        <a:rPr lang="en-MY" sz="1800" b="0" u="none" strike="noStrike">
                          <a:solidFill>
                            <a:srgbClr val="000000"/>
                          </a:solidFill>
                          <a:effectLst/>
                        </a:rPr>
                        <a:t>7</a:t>
                      </a:r>
                      <a:endParaRPr lang="en-MY" sz="1800" b="0" i="0" u="none" strike="noStrike">
                        <a:solidFill>
                          <a:srgbClr val="000000"/>
                        </a:solidFill>
                        <a:effectLst/>
                        <a:latin typeface="Aptos Narrow" panose="020B0004020202020204" pitchFamily="34" charset="0"/>
                      </a:endParaRPr>
                    </a:p>
                  </a:txBody>
                  <a:tcPr marL="6350" marR="6350" marT="6350" marB="0" anchor="ctr"/>
                </a:tc>
                <a:tc>
                  <a:txBody>
                    <a:bodyPr/>
                    <a:lstStyle/>
                    <a:p>
                      <a:pPr algn="l" fontAlgn="ctr">
                        <a:buNone/>
                      </a:pPr>
                      <a:r>
                        <a:rPr lang="en-MY" sz="1800" b="0" u="none" strike="noStrike" dirty="0">
                          <a:solidFill>
                            <a:srgbClr val="000000"/>
                          </a:solidFill>
                          <a:effectLst/>
                        </a:rPr>
                        <a:t>CCRIS information does not match CCRIS Form</a:t>
                      </a:r>
                      <a:endParaRPr lang="en-MY" sz="1800" b="0" i="0" u="none" strike="noStrike" dirty="0">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2602832489"/>
                  </a:ext>
                </a:extLst>
              </a:tr>
              <a:tr h="471352">
                <a:tc>
                  <a:txBody>
                    <a:bodyPr/>
                    <a:lstStyle/>
                    <a:p>
                      <a:pPr algn="ctr" fontAlgn="ctr">
                        <a:buNone/>
                      </a:pPr>
                      <a:r>
                        <a:rPr lang="en-MY" sz="1800" b="0" u="none" strike="noStrike" dirty="0">
                          <a:solidFill>
                            <a:srgbClr val="000000"/>
                          </a:solidFill>
                          <a:effectLst/>
                        </a:rPr>
                        <a:t>8</a:t>
                      </a:r>
                      <a:endParaRPr lang="en-MY" sz="1800" b="0" i="0" u="none" strike="noStrike" dirty="0">
                        <a:solidFill>
                          <a:srgbClr val="000000"/>
                        </a:solidFill>
                        <a:effectLst/>
                        <a:latin typeface="Aptos Narrow" panose="020B0004020202020204" pitchFamily="34" charset="0"/>
                      </a:endParaRPr>
                    </a:p>
                  </a:txBody>
                  <a:tcPr marL="6350" marR="6350" marT="6350" marB="0" anchor="ctr"/>
                </a:tc>
                <a:tc>
                  <a:txBody>
                    <a:bodyPr/>
                    <a:lstStyle/>
                    <a:p>
                      <a:pPr algn="l" fontAlgn="ctr">
                        <a:buNone/>
                      </a:pPr>
                      <a:r>
                        <a:rPr lang="en-MY" sz="1800" b="0" u="none" strike="noStrike" dirty="0">
                          <a:solidFill>
                            <a:srgbClr val="000000"/>
                          </a:solidFill>
                          <a:effectLst/>
                        </a:rPr>
                        <a:t>Mandatory CIF supporting documents are missing</a:t>
                      </a:r>
                      <a:endParaRPr lang="en-MY" sz="1800" b="0" i="0" u="none" strike="noStrike" dirty="0">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3616713000"/>
                  </a:ext>
                </a:extLst>
              </a:tr>
              <a:tr h="471352">
                <a:tc>
                  <a:txBody>
                    <a:bodyPr/>
                    <a:lstStyle/>
                    <a:p>
                      <a:pPr algn="ctr" fontAlgn="ctr">
                        <a:buNone/>
                      </a:pPr>
                      <a:r>
                        <a:rPr lang="en-MY" sz="1800" b="0" u="none" strike="noStrike" dirty="0">
                          <a:solidFill>
                            <a:srgbClr val="000000"/>
                          </a:solidFill>
                          <a:effectLst/>
                        </a:rPr>
                        <a:t>9</a:t>
                      </a:r>
                      <a:endParaRPr lang="en-MY" sz="1800" b="0" i="0" u="none" strike="noStrike" dirty="0">
                        <a:solidFill>
                          <a:srgbClr val="000000"/>
                        </a:solidFill>
                        <a:effectLst/>
                        <a:latin typeface="Aptos Narrow" panose="020B0004020202020204" pitchFamily="34" charset="0"/>
                      </a:endParaRPr>
                    </a:p>
                  </a:txBody>
                  <a:tcPr marL="6350" marR="6350" marT="6350" marB="0" anchor="ctr"/>
                </a:tc>
                <a:tc>
                  <a:txBody>
                    <a:bodyPr/>
                    <a:lstStyle/>
                    <a:p>
                      <a:pPr algn="l" fontAlgn="ctr">
                        <a:buNone/>
                      </a:pPr>
                      <a:r>
                        <a:rPr lang="en-MY" sz="1800" b="0" u="none" strike="noStrike" dirty="0">
                          <a:solidFill>
                            <a:srgbClr val="000000"/>
                          </a:solidFill>
                          <a:effectLst/>
                        </a:rPr>
                        <a:t>CIF approved without sufficient Maker-Checker verification evidence</a:t>
                      </a:r>
                      <a:endParaRPr lang="en-MY" sz="1800" b="0" i="0" u="none" strike="noStrike" dirty="0">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4292544296"/>
                  </a:ext>
                </a:extLst>
              </a:tr>
            </a:tbl>
          </a:graphicData>
        </a:graphic>
      </p:graphicFrame>
      <p:graphicFrame>
        <p:nvGraphicFramePr>
          <p:cNvPr id="16" name="Content Placeholder 7">
            <a:extLst>
              <a:ext uri="{FF2B5EF4-FFF2-40B4-BE49-F238E27FC236}">
                <a16:creationId xmlns:a16="http://schemas.microsoft.com/office/drawing/2014/main" id="{815D7D54-FF04-3007-BA3F-C3EF5ECA06DD}"/>
              </a:ext>
            </a:extLst>
          </p:cNvPr>
          <p:cNvGraphicFramePr>
            <a:graphicFrameLocks/>
          </p:cNvGraphicFramePr>
          <p:nvPr>
            <p:extLst>
              <p:ext uri="{D42A27DB-BD31-4B8C-83A1-F6EECF244321}">
                <p14:modId xmlns:p14="http://schemas.microsoft.com/office/powerpoint/2010/main" val="945053775"/>
              </p:ext>
            </p:extLst>
          </p:nvPr>
        </p:nvGraphicFramePr>
        <p:xfrm>
          <a:off x="5377543" y="1431200"/>
          <a:ext cx="6335486" cy="49644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ustDataLst>
      <p:tags r:id="rId1"/>
    </p:custDataLst>
    <p:extLst>
      <p:ext uri="{BB962C8B-B14F-4D97-AF65-F5344CB8AC3E}">
        <p14:creationId xmlns:p14="http://schemas.microsoft.com/office/powerpoint/2010/main" val="34420878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34F61-5598-3696-9EC4-91606A2EB80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FE618AD-09F1-D7DA-257B-903D30BC1887}"/>
              </a:ext>
            </a:extLst>
          </p:cNvPr>
          <p:cNvSpPr>
            <a:spLocks noGrp="1"/>
          </p:cNvSpPr>
          <p:nvPr>
            <p:ph type="sldNum" sz="quarter" idx="12"/>
          </p:nvPr>
        </p:nvSpPr>
        <p:spPr/>
        <p:txBody>
          <a:bodyPr/>
          <a:lstStyle/>
          <a:p>
            <a:fld id="{FF41B0BD-F8EC-4301-BC51-0B1750CE8B9F}" type="slidenum">
              <a:rPr lang="en-US" smtClean="0"/>
              <a:pPr/>
              <a:t>12</a:t>
            </a:fld>
            <a:endParaRPr lang="en-US"/>
          </a:p>
        </p:txBody>
      </p:sp>
      <p:sp>
        <p:nvSpPr>
          <p:cNvPr id="3" name="Title 2">
            <a:extLst>
              <a:ext uri="{FF2B5EF4-FFF2-40B4-BE49-F238E27FC236}">
                <a16:creationId xmlns:a16="http://schemas.microsoft.com/office/drawing/2014/main" id="{79D82769-E6E0-8CF6-2349-20FF5A3BB1B2}"/>
              </a:ext>
            </a:extLst>
          </p:cNvPr>
          <p:cNvSpPr>
            <a:spLocks noGrp="1"/>
          </p:cNvSpPr>
          <p:nvPr>
            <p:ph type="title"/>
          </p:nvPr>
        </p:nvSpPr>
        <p:spPr/>
        <p:txBody>
          <a:bodyPr/>
          <a:lstStyle/>
          <a:p>
            <a:r>
              <a:rPr lang="en-US" b="1" dirty="0"/>
              <a:t>Proposed AI Use Case</a:t>
            </a:r>
            <a:endParaRPr lang="en-MY" dirty="0"/>
          </a:p>
        </p:txBody>
      </p:sp>
      <p:graphicFrame>
        <p:nvGraphicFramePr>
          <p:cNvPr id="12" name="Diagram 11">
            <a:extLst>
              <a:ext uri="{FF2B5EF4-FFF2-40B4-BE49-F238E27FC236}">
                <a16:creationId xmlns:a16="http://schemas.microsoft.com/office/drawing/2014/main" id="{F49ED5B7-5668-AF97-227A-D0BFC3435E35}"/>
              </a:ext>
            </a:extLst>
          </p:cNvPr>
          <p:cNvGraphicFramePr/>
          <p:nvPr>
            <p:extLst>
              <p:ext uri="{D42A27DB-BD31-4B8C-83A1-F6EECF244321}">
                <p14:modId xmlns:p14="http://schemas.microsoft.com/office/powerpoint/2010/main" val="1315040032"/>
              </p:ext>
            </p:extLst>
          </p:nvPr>
        </p:nvGraphicFramePr>
        <p:xfrm>
          <a:off x="239486" y="1491343"/>
          <a:ext cx="11762013" cy="370114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ustDataLst>
      <p:tags r:id="rId1"/>
    </p:custDataLst>
    <p:extLst>
      <p:ext uri="{BB962C8B-B14F-4D97-AF65-F5344CB8AC3E}">
        <p14:creationId xmlns:p14="http://schemas.microsoft.com/office/powerpoint/2010/main" val="132721330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YSwJWqES"/>
  <p:tag name="ARTICULATE_SLIDE_THUMBNAIL_REFRESH" val="1"/>
  <p:tag name="ARTICULATE_SLIDE_COUNT" val="17"/>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Custom 1">
      <a:dk1>
        <a:sysClr val="windowText" lastClr="000000"/>
      </a:dk1>
      <a:lt1>
        <a:sysClr val="window" lastClr="FFFFFF"/>
      </a:lt1>
      <a:dk2>
        <a:srgbClr val="39302A"/>
      </a:dk2>
      <a:lt2>
        <a:srgbClr val="E5DEDB"/>
      </a:lt2>
      <a:accent1>
        <a:srgbClr val="C00000"/>
      </a:accent1>
      <a:accent2>
        <a:srgbClr val="FF0000"/>
      </a:accent2>
      <a:accent3>
        <a:srgbClr val="C59A00"/>
      </a:accent3>
      <a:accent4>
        <a:srgbClr val="FFDF6A"/>
      </a:accent4>
      <a:accent5>
        <a:srgbClr val="C96F06"/>
      </a:accent5>
      <a:accent6>
        <a:srgbClr val="FABE77"/>
      </a:accent6>
      <a:hlink>
        <a:srgbClr val="1773B1"/>
      </a:hlink>
      <a:folHlink>
        <a:srgbClr val="C0B27C"/>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116"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EED5D8B-7978-2243-951D-159FA0CCC8DD}">
  <we:reference id="wa200000729" version="3.19.222.0" store="en-US" storeType="OMEX"/>
  <we:alternateReferences>
    <we:reference id="WA200000729" version="3.19.222.0" store=""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Document xmlns="e0b7580c-223a-4c3f-8b8c-14b05b15f5d6">true</Document>
    <_ip_UnifiedCompliancePolicyUIAction xmlns="http://schemas.microsoft.com/sharepoint/v3" xsi:nil="true"/>
    <TaxCatchAll xmlns="e7da0f64-c287-4528-89fa-7279ce6ac14c" xsi:nil="true"/>
    <_Flow_SignoffStatus xmlns="e0b7580c-223a-4c3f-8b8c-14b05b15f5d6" xsi:nil="true"/>
    <_ip_UnifiedCompliancePolicyProperties xmlns="http://schemas.microsoft.com/sharepoint/v3" xsi:nil="true"/>
    <_x0031_ xmlns="e0b7580c-223a-4c3f-8b8c-14b05b15f5d6" xsi:nil="true"/>
    <lcf76f155ced4ddcb4097134ff3c332f xmlns="e0b7580c-223a-4c3f-8b8c-14b05b15f5d6">
      <Terms xmlns="http://schemas.microsoft.com/office/infopath/2007/PartnerControls"/>
    </lcf76f155ced4ddcb4097134ff3c332f>
    <Date xmlns="e0b7580c-223a-4c3f-8b8c-14b05b15f5d6"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5F7D08FF32C23449E51DD02F8B5108B" ma:contentTypeVersion="23" ma:contentTypeDescription="Create a new document." ma:contentTypeScope="" ma:versionID="d6d69c1346f048ed97110ee667cb31a9">
  <xsd:schema xmlns:xsd="http://www.w3.org/2001/XMLSchema" xmlns:xs="http://www.w3.org/2001/XMLSchema" xmlns:p="http://schemas.microsoft.com/office/2006/metadata/properties" xmlns:ns1="http://schemas.microsoft.com/sharepoint/v3" xmlns:ns2="e0b7580c-223a-4c3f-8b8c-14b05b15f5d6" xmlns:ns3="e7da0f64-c287-4528-89fa-7279ce6ac14c" targetNamespace="http://schemas.microsoft.com/office/2006/metadata/properties" ma:root="true" ma:fieldsID="9628a25b7fab4f56291d99286d56430d" ns1:_="" ns2:_="" ns3:_="">
    <xsd:import namespace="http://schemas.microsoft.com/sharepoint/v3"/>
    <xsd:import namespace="e0b7580c-223a-4c3f-8b8c-14b05b15f5d6"/>
    <xsd:import namespace="e7da0f64-c287-4528-89fa-7279ce6ac14c"/>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1:_ip_UnifiedCompliancePolicyProperties" minOccurs="0"/>
                <xsd:element ref="ns1:_ip_UnifiedCompliancePolicyUIActio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MediaServiceLocation" minOccurs="0"/>
                <xsd:element ref="ns2:MediaServiceSearchProperties" minOccurs="0"/>
                <xsd:element ref="ns2:_x0031_" minOccurs="0"/>
                <xsd:element ref="ns2:Document" minOccurs="0"/>
                <xsd:element ref="ns2:_Flow_SignoffStatus" minOccurs="0"/>
                <xsd:element ref="ns2: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1" nillable="true" ma:displayName="Unified Compliance Policy Properties" ma:hidden="true" ma:internalName="_ip_UnifiedCompliancePolicyProperties">
      <xsd:simpleType>
        <xsd:restriction base="dms:Note"/>
      </xsd:simpleType>
    </xsd:element>
    <xsd:element name="_ip_UnifiedCompliancePolicyUIAction" ma:index="1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0b7580c-223a-4c3f-8b8c-14b05b15f5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e0c0e90c-0d93-4087-a6d3-24c6aa598d00"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Location" ma:index="23" nillable="true" ma:displayName="Location" ma:indexed="true" ma:internalName="MediaServiceLocation"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_x0031_" ma:index="25" nillable="true" ma:displayName="1" ma:format="Dropdown" ma:internalName="_x0031_" ma:percentage="FALSE">
      <xsd:simpleType>
        <xsd:restriction base="dms:Number"/>
      </xsd:simpleType>
    </xsd:element>
    <xsd:element name="Document" ma:index="26" nillable="true" ma:displayName="Document " ma:default="1" ma:format="Dropdown" ma:internalName="Document">
      <xsd:simpleType>
        <xsd:restriction base="dms:Boolean"/>
      </xsd:simpleType>
    </xsd:element>
    <xsd:element name="_Flow_SignoffStatus" ma:index="27" nillable="true" ma:displayName="Sign-off status" ma:internalName="Sign_x002d_off_x0020_status">
      <xsd:simpleType>
        <xsd:restriction base="dms:Text"/>
      </xsd:simpleType>
    </xsd:element>
    <xsd:element name="Date" ma:index="28" nillable="true" ma:displayName="Date" ma:format="DateOnly" ma:internalName="Dat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e7da0f64-c287-4528-89fa-7279ce6ac14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283c85d-ec7f-4dc3-a3f3-4c5cce380d25}" ma:internalName="TaxCatchAll" ma:showField="CatchAllData" ma:web="e7da0f64-c287-4528-89fa-7279ce6ac14c">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967F6C4-C59C-4148-8973-B8DAF7A90301}">
  <ds:schemaRefs>
    <ds:schemaRef ds:uri="319d1101-6c66-4f97-adb9-0035a60ba59e"/>
    <ds:schemaRef ds:uri="fe066a97-7e1c-4e52-beb1-5178d792a82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 ds:uri="7f80f8e4-8ad7-48c2-b111-d3102b306404"/>
    <ds:schemaRef ds:uri="ee1c5b2a-17b7-4646-b0df-54db3336905a"/>
    <ds:schemaRef ds:uri="ccec50d5-fa91-401b-9e57-d9c0fba24f2c"/>
  </ds:schemaRefs>
</ds:datastoreItem>
</file>

<file path=customXml/itemProps2.xml><?xml version="1.0" encoding="utf-8"?>
<ds:datastoreItem xmlns:ds="http://schemas.openxmlformats.org/officeDocument/2006/customXml" ds:itemID="{7998FA85-D501-446C-8806-88D62D642AB7}"/>
</file>

<file path=customXml/itemProps3.xml><?xml version="1.0" encoding="utf-8"?>
<ds:datastoreItem xmlns:ds="http://schemas.openxmlformats.org/officeDocument/2006/customXml" ds:itemID="{7E5F86B6-E1BA-4057-B02E-87C6D6691FA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1294</TotalTime>
  <Words>1292</Words>
  <Application>Microsoft Office PowerPoint</Application>
  <PresentationFormat>Widescreen</PresentationFormat>
  <Paragraphs>239</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Aptos Display</vt:lpstr>
      <vt:lpstr>Aptos Narrow</vt:lpstr>
      <vt:lpstr>Arial</vt:lpstr>
      <vt:lpstr>Office Theme</vt:lpstr>
      <vt:lpstr>POC - Case 1</vt:lpstr>
      <vt:lpstr>Purpose</vt:lpstr>
      <vt:lpstr>As Is Process :</vt:lpstr>
      <vt:lpstr>Hypothesis &amp; Target Outcome</vt:lpstr>
      <vt:lpstr>Common Exceptions Identified &amp;  Exception Mapping  </vt:lpstr>
      <vt:lpstr>Proposed AI Use Case</vt:lpstr>
      <vt:lpstr>POC - Case 2</vt:lpstr>
      <vt:lpstr>Purpose</vt:lpstr>
      <vt:lpstr>As Is Process :</vt:lpstr>
      <vt:lpstr>Hypothesis &amp; Target Outcome</vt:lpstr>
      <vt:lpstr>Common Exceptions Identified &amp;  Exception Mapping  </vt:lpstr>
      <vt:lpstr>Proposed AI Use Case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Namizam Muda Personal</dc:creator>
  <cp:lastModifiedBy>Sivabalan Balakrishnan</cp:lastModifiedBy>
  <cp:revision>20</cp:revision>
  <dcterms:created xsi:type="dcterms:W3CDTF">2024-05-12T05:53:00Z</dcterms:created>
  <dcterms:modified xsi:type="dcterms:W3CDTF">2026-07-06T09:00:16Z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A0C21863-760C-4A42-AB97-3F8988B9554C</vt:lpwstr>
  </property>
  <property fmtid="{D5CDD505-2E9C-101B-9397-08002B2CF9AE}" pid="3" name="ArticulatePath">
    <vt:lpwstr>GHR PPT Template V3</vt:lpwstr>
  </property>
  <property fmtid="{D5CDD505-2E9C-101B-9397-08002B2CF9AE}" pid="4" name="ClassificationContentMarkingFooterLocations">
    <vt:lpwstr>Office Theme:10</vt:lpwstr>
  </property>
  <property fmtid="{D5CDD505-2E9C-101B-9397-08002B2CF9AE}" pid="5" name="ClassificationContentMarkingFooterText">
    <vt:lpwstr>For Internal Use</vt:lpwstr>
  </property>
  <property fmtid="{D5CDD505-2E9C-101B-9397-08002B2CF9AE}" pid="6" name="ClassificationContentMarkingHeaderLocations">
    <vt:lpwstr>Office Theme:9</vt:lpwstr>
  </property>
  <property fmtid="{D5CDD505-2E9C-101B-9397-08002B2CF9AE}" pid="7" name="ClassificationContentMarkingHeaderText">
    <vt:lpwstr>For Internal Use</vt:lpwstr>
  </property>
  <property fmtid="{D5CDD505-2E9C-101B-9397-08002B2CF9AE}" pid="8" name="ContentTypeId">
    <vt:lpwstr>0x01010095F7D08FF32C23449E51DD02F8B5108B</vt:lpwstr>
  </property>
  <property fmtid="{D5CDD505-2E9C-101B-9397-08002B2CF9AE}" pid="9" name="MSIP_Label_3cbd4a46-5e05-44cc-afa5-52bf6f241c1a_Enabled">
    <vt:lpwstr>true</vt:lpwstr>
  </property>
  <property fmtid="{D5CDD505-2E9C-101B-9397-08002B2CF9AE}" pid="10" name="MSIP_Label_3cbd4a46-5e05-44cc-afa5-52bf6f241c1a_SetDate">
    <vt:lpwstr>2024-05-14T11:36:41Z</vt:lpwstr>
  </property>
  <property fmtid="{D5CDD505-2E9C-101B-9397-08002B2CF9AE}" pid="11" name="MSIP_Label_3cbd4a46-5e05-44cc-afa5-52bf6f241c1a_Method">
    <vt:lpwstr>Privileged</vt:lpwstr>
  </property>
  <property fmtid="{D5CDD505-2E9C-101B-9397-08002B2CF9AE}" pid="12" name="MSIP_Label_3cbd4a46-5e05-44cc-afa5-52bf6f241c1a_Name">
    <vt:lpwstr>Public_Label</vt:lpwstr>
  </property>
  <property fmtid="{D5CDD505-2E9C-101B-9397-08002B2CF9AE}" pid="13" name="MSIP_Label_3cbd4a46-5e05-44cc-afa5-52bf6f241c1a_SiteId">
    <vt:lpwstr>29c606c9-79fd-439f-810b-9338a4e27aa8</vt:lpwstr>
  </property>
  <property fmtid="{D5CDD505-2E9C-101B-9397-08002B2CF9AE}" pid="14" name="MSIP_Label_3cbd4a46-5e05-44cc-afa5-52bf6f241c1a_ActionId">
    <vt:lpwstr>105d6c3f-ff3c-41d0-a19b-3c23103e6c33</vt:lpwstr>
  </property>
  <property fmtid="{D5CDD505-2E9C-101B-9397-08002B2CF9AE}" pid="15" name="MSIP_Label_3cbd4a46-5e05-44cc-afa5-52bf6f241c1a_ContentBits">
    <vt:lpwstr>0</vt:lpwstr>
  </property>
  <property fmtid="{D5CDD505-2E9C-101B-9397-08002B2CF9AE}" pid="16" name="Order">
    <vt:lpwstr>500.000000000000</vt:lpwstr>
  </property>
  <property fmtid="{D5CDD505-2E9C-101B-9397-08002B2CF9AE}" pid="17" name="xd_ProgID">
    <vt:lpwstr/>
  </property>
  <property fmtid="{D5CDD505-2E9C-101B-9397-08002B2CF9AE}" pid="18" name="ComplianceAssetId">
    <vt:lpwstr/>
  </property>
  <property fmtid="{D5CDD505-2E9C-101B-9397-08002B2CF9AE}" pid="19" name="TemplateUrl">
    <vt:lpwstr/>
  </property>
  <property fmtid="{D5CDD505-2E9C-101B-9397-08002B2CF9AE}" pid="20" name="_ExtendedDescription">
    <vt:lpwstr/>
  </property>
  <property fmtid="{D5CDD505-2E9C-101B-9397-08002B2CF9AE}" pid="21" name="TriggerFlowInfo">
    <vt:lpwstr/>
  </property>
  <property fmtid="{D5CDD505-2E9C-101B-9397-08002B2CF9AE}" pid="22" name="xd_Signature">
    <vt:lpwstr/>
  </property>
  <property fmtid="{D5CDD505-2E9C-101B-9397-08002B2CF9AE}" pid="23" name="_SourceUrl">
    <vt:lpwstr/>
  </property>
  <property fmtid="{D5CDD505-2E9C-101B-9397-08002B2CF9AE}" pid="24" name="_SharedFileIndex">
    <vt:lpwstr/>
  </property>
</Properties>
</file>